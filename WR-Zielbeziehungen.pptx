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76" d="100"/>
          <a:sy n="76" d="100"/>
        </p:scale>
        <p:origin x="5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3166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3200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55856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2901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40840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0206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7692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3883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8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206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9958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3054-B75A-4BD7-8B3E-8DC0F614FAF3}" type="datetimeFigureOut">
              <a:rPr lang="de-DE" smtClean="0"/>
              <a:t>09.10.2021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2006FE-6571-4354-8775-F8708372C22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472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lol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Vorschlag/Notiz: </a:t>
            </a:r>
          </a:p>
          <a:p>
            <a:r>
              <a:rPr lang="de-DE" dirty="0"/>
              <a:t>hier bitte Karikatur als Einleitung </a:t>
            </a:r>
          </a:p>
        </p:txBody>
      </p:sp>
    </p:spTree>
    <p:extLst>
      <p:ext uri="{BB962C8B-B14F-4D97-AF65-F5344CB8AC3E}">
        <p14:creationId xmlns:p14="http://schemas.microsoft.com/office/powerpoint/2010/main" val="1577499883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Larissa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Breitbild</PresentationFormat>
  <Paragraphs>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Larissa</vt:lpstr>
      <vt:lpstr>lol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/>
  <cp:lastModifiedBy>S010107@schulenteamsoft.onmicrosoft.com</cp:lastModifiedBy>
  <cp:revision>4</cp:revision>
  <dcterms:created xsi:type="dcterms:W3CDTF">2021-10-09T16:05:09Z</dcterms:created>
  <dcterms:modified xsi:type="dcterms:W3CDTF">2021-10-09T16:11:07Z</dcterms:modified>
</cp:coreProperties>
</file>