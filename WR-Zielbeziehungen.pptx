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6" r:id="rId11"/>
    <p:sldId id="265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6B4808BE-192C-4E99-BD01-428C461EDED7}">
          <p14:sldIdLst>
            <p14:sldId id="256"/>
            <p14:sldId id="257"/>
            <p14:sldId id="258"/>
            <p14:sldId id="259"/>
            <p14:sldId id="261"/>
            <p14:sldId id="260"/>
            <p14:sldId id="262"/>
            <p14:sldId id="263"/>
            <p14:sldId id="264"/>
            <p14:sldId id="266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010107" initials="S" lastIdx="2" clrIdx="0">
    <p:extLst>
      <p:ext uri="{19B8F6BF-5375-455C-9EA6-DF929625EA0E}">
        <p15:presenceInfo xmlns:p15="http://schemas.microsoft.com/office/powerpoint/2012/main" userId="S010107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76" d="100"/>
          <a:sy n="76" d="100"/>
        </p:scale>
        <p:origin x="55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EB46B8FB-F6A2-5F47-A6CD-A7E17E69270F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DAB39E9-6F50-3F4B-9DDB-FC0E0CA9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150" y="768334"/>
            <a:ext cx="5066001" cy="2866405"/>
          </a:xfr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2C33E-E9A6-304D-BBCB-97AD0B213C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150" y="4283239"/>
            <a:ext cx="5066001" cy="1475177"/>
          </a:xfrm>
        </p:spPr>
        <p:txBody>
          <a:bodyPr anchor="b"/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C75C4-E533-BE48-B528-D1A278BC39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457200"/>
            <a:ext cx="3608205" cy="365125"/>
          </a:xfrm>
        </p:spPr>
        <p:txBody>
          <a:bodyPr/>
          <a:lstStyle>
            <a:lvl1pPr algn="l">
              <a:defRPr/>
            </a:lvl1pPr>
          </a:lstStyle>
          <a:p>
            <a:pPr algn="l"/>
            <a:fld id="{A5B0A250-5CC0-1746-B209-08E8B0DAE6AF}" type="datetimeFigureOut">
              <a:rPr lang="en-US" smtClean="0"/>
              <a:pPr algn="l"/>
              <a:t>10/12/2021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9BA8A-EF83-434D-A90E-0805D1104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FDDE0-90B9-AD4E-B0EB-E7464FA9C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‹Nr.›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3A3282-0389-C547-8CA6-7F3E7F27B34D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229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0CAFDA3-320A-C24D-A7A1-20C1267EC987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411669-6E2C-2243-99CD-6BC9D724FA1F}"/>
                </a:ext>
              </a:extLst>
            </p:cNvPr>
            <p:cNvSpPr/>
            <p:nvPr/>
          </p:nvSpPr>
          <p:spPr>
            <a:xfrm>
              <a:off x="8928528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4E0C522-0F40-ED44-A700-F1BCD1CF74F5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79B4380-CBEC-C341-A10E-5EF9A8597959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04AD70E-5490-4C4E-A05D-D67949C51A74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28A8883-9F24-0047-92B7-45B3D2E7D9C0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AC3A3BB-FD2C-FB44-9478-FA87EF229D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BF46B3B1-E981-BB40-B916-51A6D3851969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EA7DAE92-7D6B-B042-83BE-047C8EC322A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06AADCE6-4277-EA49-AF23-63B53CA6772A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58CEA343-047B-DF4E-A7A8-881C7740EA3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CCBAA07-17CE-2740-AA04-AEDA5EAD2796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BF15C430-7951-6040-BD4C-4E996E94480E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B3467F9-370D-5C4C-9EDE-E0CA0E401568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2A1E4-52BA-534C-AECC-35C3CF44F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15675-65B4-E14F-9785-663A83B7B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76A1E-2332-684F-BDD2-687C166BD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10/12/2021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B8CB0-B7BE-7D4F-B254-8A2F8AEC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5A569-A063-8E40-B703-82B11D2A9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7169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31D73A-BA91-794F-8C09-4F4B41A6D08B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6106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3ABDDED5-B489-454D-A72D-46C9473AB018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6338A9A-49A1-B04D-B479-43604A5CD6D5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3151B6D8-101B-F34D-992A-1668DB5D0067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21D4DE71-EB1A-E74C-9364-5FEC5377F4EF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D99A5CD-9D3A-DA46-AD96-34B9DB522051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6537DF9-74F2-924C-9B63-22B100C80C92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D7655457-8E4D-F34C-A595-66A45E9C3A1F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FB0E8D2C-8947-E44C-BC5F-F81B083DAA3E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ED57F45D-85B8-AC49-A2BA-E941F1BE7F15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A576359-CAE3-634C-8DF8-A834BCD7D668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6343F35-6601-BD4A-B9A5-25361D0453D2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5ED1C169-DCD9-9C4B-91B1-519621155A64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2328AC7-E0BC-0E46-A25B-11D523EC8100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32BBE02A-588F-6C4D-B310-694098C6A340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6751D5A0-C90A-0A44-8654-CFE1B719B35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F0FA086-0D80-B74A-9B37-5EACDE30D61F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022E302-2A55-8844-A50B-DC16D075E16B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4B325F5-A048-2843-A40B-3B2B31ECED76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7707B616-7E85-5442-B46B-AF9426A7A0E9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08914A00-D181-5847-A150-77CE67F94369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DAF2D976-5F49-2848-B465-C85708A6D706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5E333474-B850-354C-A2E2-01735C948D47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BC25646C-71B3-4A44-A4FE-C3CABE5580BB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B598CFE9-67EE-E342-9EF7-F40A1E0BE59E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E29AD13-94FE-1349-A28E-10F6E780F510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0648E-B4D5-4145-84E7-46B5793EA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68351"/>
            <a:ext cx="5066001" cy="2334768"/>
          </a:xfrm>
        </p:spPr>
        <p:txBody>
          <a:bodyPr anchor="t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3B92A6-7558-3148-B855-5BC58B415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4255453"/>
            <a:ext cx="5066001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0B541-D211-974B-97FE-C1F9473AB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10/12/2021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27FB0-D95A-D543-8E29-6E5F22B49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C4404-F49D-9F48-A10B-1F60870B4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‹Nr.›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6A1FD1-D82F-3141-8687-8D7C0631C21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947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442ECFEB-12CF-4C4F-BC8A-5816C27CA565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26C9482-2804-144B-88B2-0AF191BD757D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1363F79-96BD-9240-86E2-DF26C9C2437D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153F0BF1-DA57-1D49-82F0-802F4D385A85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CD42A1B-A03A-C946-8A2A-CE437EA433FD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591FE00-3AAF-9B4B-8107-E94D50828227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49E92E9-89A7-4842-B271-411C7DF75D2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C29C99-0841-9F46-AB1A-E9751DFE448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0AB684-BDA8-014B-8DCC-125F8B8DC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40E05-0F5F-6243-AD57-66BFC33ADB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2851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70B3A4-11FE-D94C-9B93-255E36231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9638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BEEAF-F881-6E48-84AF-E5CEEF1C7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10/12/2021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72753-1CC3-9244-9AF0-6927018A6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D55D0-FCC7-AC42-9810-9B49E3348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‹Nr.›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C736C3-88FB-244C-83B8-B2856998D22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5824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B7D16A9C-7411-5242-A59C-816B8907E3BE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997260B-7D44-7049-B605-7FD6E6CE5612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D6AF601-77C3-D74A-B1E5-7F33703A6927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DFCA921-0F9E-2E41-A285-75409E25501A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20B9E03-438B-FC42-9DA1-835D5BC3FE8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670E1F-61CD-8940-A898-6D5092A78BB9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080C64CF-0C6A-3449-9709-AE038C4A7995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EC46D5B-957F-A24C-8E36-CC71F660EC8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58182F-7B5E-FD42-AFC6-A3848D833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768096"/>
            <a:ext cx="7333488" cy="12710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9E4DE-75C0-C841-A68D-9D7BBAD76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2149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5C87F7-356E-9E43-97A0-D972B22853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2149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AB4C28-30CB-CC4E-A25E-F4FEFA49BC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3066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ED0191-963B-1E4C-BEC5-9B42E39514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83066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0E0BED-3EB7-BB4A-A556-FA967FB01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10/12/2021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A2466A-4D90-174C-B382-AC4674D72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ADE49-8082-214B-9742-5EE8DA2E9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E39200-18D5-014B-BAB8-FF5D0BA15E0C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982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7DF52F6-A06E-0343-95B8-DAAC38DB4B8C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7092C52-7052-0749-9DA0-9374DBF495AE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64E1C2F-81E1-C44D-859C-946596C950F2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3626485-4263-0A44-9561-E278A7056C33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D45AAB5-3CCC-DE4A-A962-3702911B55C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8CAFB16F-8EDE-D44F-A51E-34EDC41E7404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CD51329-732C-BB4C-98E5-715BAF9F8853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92B5D44-BC55-AF4C-984D-C8231B22F80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A1E9E2-564E-7049-A22F-BB5B876BA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59D05-C08D-7747-B2FC-3F62B3357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10/12/2021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F615-BB08-A844-B689-BAA7C5040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3A67D-F96F-4849-8C83-49CC3A653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‹Nr.›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DCFAAB9-2B6B-8D4C-A748-433E2C393EA6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991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BCA70-D63D-40F6-B9B3-4E49B96E2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pPr/>
              <a:t>10/12/2021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F12559-BD91-4904-A24A-0CF0A2324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58BB7-74A5-4A6F-A0FF-021E68F02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146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0914A35-7AAF-4B42-9C68-47A633EFD9D0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ABCED79-0E70-FB4D-ABF2-D859BF5556E4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364885D-A3A4-5144-AB4E-7624F27287E6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22073D5-CC72-0549-BD26-F7AF9851BE45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827A049-C9FD-554E-9B01-F151B0D9E86B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76832559-4D18-8744-AB91-9FCFAB732477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BF97A623-E5DC-1B44-B687-8643B9F0D741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637BBE1-2C82-4E45-B5C5-35E07B05E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64973"/>
            <a:ext cx="3609982" cy="1395043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01F2E-A734-364B-8A7D-990D6B889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4832" y="770890"/>
            <a:ext cx="6112517" cy="480057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7CBAD9-5515-1748-8E77-F48160F4ED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7089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A6C22B-80D4-AA42-9999-401E37B46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10/12/2021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055DE4-33E8-7F4B-9334-95EA60845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470FA5-21EE-D742-8F01-C1BAE0FD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EF966AA-D7DF-F84D-80D4-E216A641B00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2555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210D391A-F01E-4947-8A01-95438AA0B323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499306-B4E0-064D-8F6C-96E9C4BD04DA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F3D0241-0A21-8047-8CE3-B3FDD5FDF71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3083F97-6891-0447-957C-AB0834B826D2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B2EF7D75-E7C1-5147-A03B-3EC641CF3B0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6D7CA94-94B4-C140-8C68-01C0ADFA1C7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11CD629-C318-A848-BDDE-BBA9465EBF9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A5AC1F8-1370-E946-977E-E4CFC6947BA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4CEE63B-B967-0A48-9623-220376760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89"/>
            <a:ext cx="3609983" cy="1389127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11F680-28C8-FA44-9CD5-20709DA02E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23838" y="890816"/>
            <a:ext cx="6060136" cy="4870411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D507CD-197E-BB4C-83A6-DA3FC97A22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60121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9E00AC-DF6C-D548-8A06-D6269BDB0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10/12/2021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ED113B-57D4-9A4F-BFE0-2A3963B42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0D9954-FA18-8948-AA52-21CED0594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E3EB25D-2379-5040-B990-1C99B0B7D93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3295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7ED46EE4-CE67-DD46-A751-9FEA049A22B8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55C5B70-D34F-8A49-B220-808CE2BBB7F3}"/>
                </a:ext>
              </a:extLst>
            </p:cNvPr>
            <p:cNvSpPr/>
            <p:nvPr/>
          </p:nvSpPr>
          <p:spPr>
            <a:xfrm>
              <a:off x="8928528" y="491812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BBFE624-6DBD-8541-B43B-180C0AFA21F0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E01AC23-2120-A542-B140-5A29AA27A2C8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54689C0-9C35-9B4D-906B-DA287DA55A38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96570F0-11E0-6147-9053-E3A4B5DBA0E4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BDD97F6-A366-B54A-B889-42E97AFEDE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8E853BC-EE80-374B-B823-8D51A948C4CF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4B5B70B1-649D-9848-B5D4-6DE04D55F5F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46A2092A-2157-0A49-937F-BBAE14687DE7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092371E-D526-AF43-816F-F7AEBA9FF16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06995714-B51E-E84A-9FD5-3AD33004E517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0FDB0CC5-76AA-6E44-8376-4EE649C1DE42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3D981F0B-8982-1C45-8D7C-30E744003823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76EEB7-1E87-0447-8CD6-DD220CF4E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8AE526-3A03-9B41-8C9F-27156E701C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08D72-182D-C947-B3F7-B74948D08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10/12/2021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6E396-D059-AF4D-A1D9-C1347978A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845B6-87C0-2F4A-8146-00E911CDF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6480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8A912D-4325-C449-BF2E-F331A221C69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146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2700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C3803ECC-8207-244B-8051-94AA5304EDD9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F2E8536-821C-3846-A152-2001B7BA4BC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A02781-FFB4-C04E-97FB-78D26A9E8F1C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4C29607-37D2-7A4B-98E2-2C851CD6776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12FC7BA-80CC-1C4E-B268-B3EEA08137F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EBC8FB1-96B9-D84A-BD2A-BC8410EBE012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A8455B4-A778-B44D-A7E8-C45A4846D9F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407CCA-80EF-2B45-8F8C-7D5796A61B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950095" y="976630"/>
            <a:ext cx="2268507" cy="47845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A221C3-F2D3-FC4F-938B-4C4CAC737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5150" y="976630"/>
            <a:ext cx="8264057" cy="478459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61B46-3E9A-AC48-8C84-5B46EA1EC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10/12/2021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9F8F49-5859-714C-8EE1-61A74F324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B6F69-3FFA-D94F-BA99-873D36F7F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31B40EC-87DB-A64F-9D4B-98A86F7CEFFF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122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0D98E2-86CE-4D4F-9F8F-17C83D19A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4B4F2-48A4-A140-B59B-7A2ED9FD4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2160016"/>
            <a:ext cx="7335835" cy="3601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F4A7E-D5FF-BF48-8E01-8F46150ABF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66928" y="457200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A5B0A250-5CC0-1746-B209-08E8B0DAE6AF}" type="datetimeFigureOut">
              <a:rPr lang="en-US" smtClean="0"/>
              <a:pPr/>
              <a:t>10/12/2021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31757-5039-BF46-B47A-50DA8FFBC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5150" y="6141085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3FD16-4337-B940-905E-D20A26FD48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9678" y="6141085"/>
            <a:ext cx="8138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49ABCAEC-7D34-E549-A96E-FCEDAADBE4B0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56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8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3">
            <a:extLst>
              <a:ext uri="{FF2B5EF4-FFF2-40B4-BE49-F238E27FC236}">
                <a16:creationId xmlns:a16="http://schemas.microsoft.com/office/drawing/2014/main" id="{ED203240-58B1-4F8C-BF99-6A6CA1944FD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823" b="2035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5" name="Rectangle">
            <a:extLst>
              <a:ext uri="{FF2B5EF4-FFF2-40B4-BE49-F238E27FC236}">
                <a16:creationId xmlns:a16="http://schemas.microsoft.com/office/drawing/2014/main" id="{B4F75AE3-A3AC-DE4C-98FE-EC9DC3BF8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5267217" cy="6858000"/>
          </a:xfrm>
          <a:prstGeom prst="rect">
            <a:avLst/>
          </a:prstGeom>
          <a:gradFill flip="none" rotWithShape="1">
            <a:gsLst>
              <a:gs pos="31000">
                <a:schemeClr val="bg1">
                  <a:alpha val="80000"/>
                </a:schemeClr>
              </a:gs>
              <a:gs pos="0">
                <a:schemeClr val="bg1"/>
              </a:gs>
              <a:gs pos="100000">
                <a:schemeClr val="bg1">
                  <a:alpha val="34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/>
            <a:endParaRPr sz="2600" cap="all" dirty="0">
              <a:solidFill>
                <a:srgbClr val="FFFFFF"/>
              </a:solidFill>
              <a:sym typeface="Avenir Next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565151" y="768334"/>
            <a:ext cx="4134538" cy="286640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de-DE" sz="2600"/>
              <a:t>Beziehungen zwischen den wirtschaftspolitischen Zielen der sozialen Marktwirtschaft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565151" y="4283239"/>
            <a:ext cx="4134538" cy="1475177"/>
          </a:xfrm>
        </p:spPr>
        <p:txBody>
          <a:bodyPr>
            <a:normAutofit/>
          </a:bodyPr>
          <a:lstStyle/>
          <a:p>
            <a:r>
              <a:rPr lang="de-DE" dirty="0"/>
              <a:t>Vorschlag/Notiz: </a:t>
            </a:r>
          </a:p>
          <a:p>
            <a:r>
              <a:rPr lang="de-DE" dirty="0"/>
              <a:t>hier bitte Karikatur als Einleitung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1C79BB7-CCAB-2243-9830-5569626C4D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4538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4406D7A-DB1A-D940-8AD1-93FAF9DD7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1746" y="0"/>
            <a:ext cx="1900254" cy="6858000"/>
            <a:chOff x="10291746" y="0"/>
            <a:chExt cx="1900254" cy="6858000"/>
          </a:xfrm>
        </p:grpSpPr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D0F85DF7-431B-BE45-B932-0E22FC3F8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5829" y="809310"/>
              <a:ext cx="536171" cy="1124839"/>
            </a:xfrm>
            <a:custGeom>
              <a:avLst/>
              <a:gdLst>
                <a:gd name="connsiteX0" fmla="*/ 536171 w 536171"/>
                <a:gd name="connsiteY0" fmla="*/ 0 h 1124839"/>
                <a:gd name="connsiteX1" fmla="*/ 536171 w 536171"/>
                <a:gd name="connsiteY1" fmla="*/ 1124839 h 1124839"/>
                <a:gd name="connsiteX2" fmla="*/ 451423 w 536171"/>
                <a:gd name="connsiteY2" fmla="*/ 1116295 h 1124839"/>
                <a:gd name="connsiteX3" fmla="*/ 0 w 536171"/>
                <a:gd name="connsiteY3" fmla="*/ 562419 h 1124839"/>
                <a:gd name="connsiteX4" fmla="*/ 451423 w 536171"/>
                <a:gd name="connsiteY4" fmla="*/ 8543 h 112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171" h="1124839">
                  <a:moveTo>
                    <a:pt x="536171" y="0"/>
                  </a:moveTo>
                  <a:lnTo>
                    <a:pt x="536171" y="1124839"/>
                  </a:lnTo>
                  <a:lnTo>
                    <a:pt x="451423" y="1116295"/>
                  </a:lnTo>
                  <a:cubicBezTo>
                    <a:pt x="193797" y="1063577"/>
                    <a:pt x="0" y="835630"/>
                    <a:pt x="0" y="562419"/>
                  </a:cubicBezTo>
                  <a:cubicBezTo>
                    <a:pt x="0" y="289208"/>
                    <a:pt x="193797" y="61261"/>
                    <a:pt x="451423" y="85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 41">
              <a:extLst>
                <a:ext uri="{FF2B5EF4-FFF2-40B4-BE49-F238E27FC236}">
                  <a16:creationId xmlns:a16="http://schemas.microsoft.com/office/drawing/2014/main" id="{BEA0AA89-2965-2A44-B84E-51C748B2D2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8" y="0"/>
              <a:ext cx="1130725" cy="565362"/>
            </a:xfrm>
            <a:custGeom>
              <a:avLst/>
              <a:gdLst>
                <a:gd name="connsiteX0" fmla="*/ 0 w 1130725"/>
                <a:gd name="connsiteY0" fmla="*/ 0 h 565362"/>
                <a:gd name="connsiteX1" fmla="*/ 25420 w 1130725"/>
                <a:gd name="connsiteY1" fmla="*/ 0 h 565362"/>
                <a:gd name="connsiteX2" fmla="*/ 36369 w 1130725"/>
                <a:gd name="connsiteY2" fmla="*/ 108609 h 565362"/>
                <a:gd name="connsiteX3" fmla="*/ 565363 w 1130725"/>
                <a:gd name="connsiteY3" fmla="*/ 539750 h 565362"/>
                <a:gd name="connsiteX4" fmla="*/ 1094356 w 1130725"/>
                <a:gd name="connsiteY4" fmla="*/ 108609 h 565362"/>
                <a:gd name="connsiteX5" fmla="*/ 1105305 w 1130725"/>
                <a:gd name="connsiteY5" fmla="*/ 0 h 565362"/>
                <a:gd name="connsiteX6" fmla="*/ 1130725 w 1130725"/>
                <a:gd name="connsiteY6" fmla="*/ 0 h 565362"/>
                <a:gd name="connsiteX7" fmla="*/ 565363 w 1130725"/>
                <a:gd name="connsiteY7" fmla="*/ 565362 h 565362"/>
                <a:gd name="connsiteX8" fmla="*/ 0 w 1130725"/>
                <a:gd name="connsiteY8" fmla="*/ 0 h 56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0725" h="565362">
                  <a:moveTo>
                    <a:pt x="0" y="0"/>
                  </a:moveTo>
                  <a:lnTo>
                    <a:pt x="25420" y="0"/>
                  </a:lnTo>
                  <a:lnTo>
                    <a:pt x="36369" y="108609"/>
                  </a:lnTo>
                  <a:cubicBezTo>
                    <a:pt x="86718" y="354660"/>
                    <a:pt x="304425" y="539750"/>
                    <a:pt x="565363" y="539750"/>
                  </a:cubicBezTo>
                  <a:cubicBezTo>
                    <a:pt x="826300" y="539750"/>
                    <a:pt x="1044007" y="354660"/>
                    <a:pt x="1094356" y="108609"/>
                  </a:cubicBezTo>
                  <a:lnTo>
                    <a:pt x="1105305" y="0"/>
                  </a:lnTo>
                  <a:lnTo>
                    <a:pt x="1130725" y="0"/>
                  </a:lnTo>
                  <a:cubicBezTo>
                    <a:pt x="1130725" y="312241"/>
                    <a:pt x="877604" y="565362"/>
                    <a:pt x="565363" y="565362"/>
                  </a:cubicBezTo>
                  <a:cubicBezTo>
                    <a:pt x="253121" y="565362"/>
                    <a:pt x="0" y="31224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42">
              <a:extLst>
                <a:ext uri="{FF2B5EF4-FFF2-40B4-BE49-F238E27FC236}">
                  <a16:creationId xmlns:a16="http://schemas.microsoft.com/office/drawing/2014/main" id="{7EC47259-887A-FD48-989C-42BC5A3C9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0"/>
              <a:ext cx="535422" cy="562344"/>
            </a:xfrm>
            <a:custGeom>
              <a:avLst/>
              <a:gdLst>
                <a:gd name="connsiteX0" fmla="*/ 0 w 535422"/>
                <a:gd name="connsiteY0" fmla="*/ 0 h 562344"/>
                <a:gd name="connsiteX1" fmla="*/ 25421 w 535422"/>
                <a:gd name="connsiteY1" fmla="*/ 0 h 562344"/>
                <a:gd name="connsiteX2" fmla="*/ 36370 w 535422"/>
                <a:gd name="connsiteY2" fmla="*/ 108609 h 562344"/>
                <a:gd name="connsiteX3" fmla="*/ 469781 w 535422"/>
                <a:gd name="connsiteY3" fmla="*/ 531316 h 562344"/>
                <a:gd name="connsiteX4" fmla="*/ 535422 w 535422"/>
                <a:gd name="connsiteY4" fmla="*/ 537108 h 562344"/>
                <a:gd name="connsiteX5" fmla="*/ 535422 w 535422"/>
                <a:gd name="connsiteY5" fmla="*/ 562344 h 562344"/>
                <a:gd name="connsiteX6" fmla="*/ 451424 w 535422"/>
                <a:gd name="connsiteY6" fmla="*/ 553876 h 562344"/>
                <a:gd name="connsiteX7" fmla="*/ 0 w 535422"/>
                <a:gd name="connsiteY7" fmla="*/ 0 h 56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422" h="562344">
                  <a:moveTo>
                    <a:pt x="0" y="0"/>
                  </a:moveTo>
                  <a:lnTo>
                    <a:pt x="25421" y="0"/>
                  </a:lnTo>
                  <a:lnTo>
                    <a:pt x="36370" y="108609"/>
                  </a:lnTo>
                  <a:cubicBezTo>
                    <a:pt x="80425" y="323904"/>
                    <a:pt x="252614" y="492525"/>
                    <a:pt x="469781" y="531316"/>
                  </a:cubicBezTo>
                  <a:lnTo>
                    <a:pt x="535422" y="537108"/>
                  </a:lnTo>
                  <a:lnTo>
                    <a:pt x="535422" y="562344"/>
                  </a:lnTo>
                  <a:lnTo>
                    <a:pt x="451424" y="553876"/>
                  </a:lnTo>
                  <a:cubicBezTo>
                    <a:pt x="193797" y="501158"/>
                    <a:pt x="0" y="273211"/>
                    <a:pt x="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 43">
              <a:extLst>
                <a:ext uri="{FF2B5EF4-FFF2-40B4-BE49-F238E27FC236}">
                  <a16:creationId xmlns:a16="http://schemas.microsoft.com/office/drawing/2014/main" id="{16E261C3-18BE-934F-8A2B-59BE70AE2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2181112"/>
              <a:ext cx="535422" cy="1124687"/>
            </a:xfrm>
            <a:custGeom>
              <a:avLst/>
              <a:gdLst>
                <a:gd name="connsiteX0" fmla="*/ 535422 w 535422"/>
                <a:gd name="connsiteY0" fmla="*/ 0 h 1124687"/>
                <a:gd name="connsiteX1" fmla="*/ 535422 w 535422"/>
                <a:gd name="connsiteY1" fmla="*/ 25186 h 1124687"/>
                <a:gd name="connsiteX2" fmla="*/ 456541 w 535422"/>
                <a:gd name="connsiteY2" fmla="*/ 33138 h 1124687"/>
                <a:gd name="connsiteX3" fmla="*/ 25399 w 535422"/>
                <a:gd name="connsiteY3" fmla="*/ 562130 h 1124687"/>
                <a:gd name="connsiteX4" fmla="*/ 456541 w 535422"/>
                <a:gd name="connsiteY4" fmla="*/ 1091123 h 1124687"/>
                <a:gd name="connsiteX5" fmla="*/ 535422 w 535422"/>
                <a:gd name="connsiteY5" fmla="*/ 1099075 h 1124687"/>
                <a:gd name="connsiteX6" fmla="*/ 535422 w 535422"/>
                <a:gd name="connsiteY6" fmla="*/ 1124687 h 1124687"/>
                <a:gd name="connsiteX7" fmla="*/ 451423 w 535422"/>
                <a:gd name="connsiteY7" fmla="*/ 1116219 h 1124687"/>
                <a:gd name="connsiteX8" fmla="*/ 0 w 535422"/>
                <a:gd name="connsiteY8" fmla="*/ 562343 h 1124687"/>
                <a:gd name="connsiteX9" fmla="*/ 451423 w 535422"/>
                <a:gd name="connsiteY9" fmla="*/ 8468 h 112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7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7"/>
                    <a:pt x="25399" y="301194"/>
                    <a:pt x="25399" y="562130"/>
                  </a:cubicBezTo>
                  <a:cubicBezTo>
                    <a:pt x="25399" y="823067"/>
                    <a:pt x="210489" y="1040774"/>
                    <a:pt x="456541" y="1091123"/>
                  </a:cubicBezTo>
                  <a:lnTo>
                    <a:pt x="535422" y="1099075"/>
                  </a:lnTo>
                  <a:lnTo>
                    <a:pt x="535422" y="1124687"/>
                  </a:lnTo>
                  <a:lnTo>
                    <a:pt x="451423" y="1116219"/>
                  </a:lnTo>
                  <a:cubicBezTo>
                    <a:pt x="193797" y="1063501"/>
                    <a:pt x="0" y="835554"/>
                    <a:pt x="0" y="562343"/>
                  </a:cubicBezTo>
                  <a:cubicBezTo>
                    <a:pt x="0" y="289132"/>
                    <a:pt x="193797" y="61185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44">
              <a:extLst>
                <a:ext uri="{FF2B5EF4-FFF2-40B4-BE49-F238E27FC236}">
                  <a16:creationId xmlns:a16="http://schemas.microsoft.com/office/drawing/2014/main" id="{35A2267B-0862-A24E-87D2-6CE5187CF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1746" y="806365"/>
              <a:ext cx="1130726" cy="1130724"/>
            </a:xfrm>
            <a:custGeom>
              <a:avLst/>
              <a:gdLst>
                <a:gd name="connsiteX0" fmla="*/ 565363 w 1130726"/>
                <a:gd name="connsiteY0" fmla="*/ 25186 h 1130724"/>
                <a:gd name="connsiteX1" fmla="*/ 25399 w 1130726"/>
                <a:gd name="connsiteY1" fmla="*/ 565149 h 1130724"/>
                <a:gd name="connsiteX2" fmla="*/ 565363 w 1130726"/>
                <a:gd name="connsiteY2" fmla="*/ 1105112 h 1130724"/>
                <a:gd name="connsiteX3" fmla="*/ 1105327 w 1130726"/>
                <a:gd name="connsiteY3" fmla="*/ 565149 h 1130724"/>
                <a:gd name="connsiteX4" fmla="*/ 565363 w 1130726"/>
                <a:gd name="connsiteY4" fmla="*/ 25186 h 1130724"/>
                <a:gd name="connsiteX5" fmla="*/ 565363 w 1130726"/>
                <a:gd name="connsiteY5" fmla="*/ 0 h 1130724"/>
                <a:gd name="connsiteX6" fmla="*/ 1130726 w 1130726"/>
                <a:gd name="connsiteY6" fmla="*/ 565362 h 1130724"/>
                <a:gd name="connsiteX7" fmla="*/ 565363 w 1130726"/>
                <a:gd name="connsiteY7" fmla="*/ 1130724 h 1130724"/>
                <a:gd name="connsiteX8" fmla="*/ 0 w 1130726"/>
                <a:gd name="connsiteY8" fmla="*/ 565362 h 1130724"/>
                <a:gd name="connsiteX9" fmla="*/ 565363 w 1130726"/>
                <a:gd name="connsiteY9" fmla="*/ 0 h 1130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0726" h="1130724">
                  <a:moveTo>
                    <a:pt x="565363" y="25186"/>
                  </a:moveTo>
                  <a:cubicBezTo>
                    <a:pt x="267149" y="25186"/>
                    <a:pt x="25399" y="266936"/>
                    <a:pt x="25399" y="565149"/>
                  </a:cubicBezTo>
                  <a:cubicBezTo>
                    <a:pt x="25399" y="863362"/>
                    <a:pt x="267149" y="1105112"/>
                    <a:pt x="565363" y="1105112"/>
                  </a:cubicBezTo>
                  <a:cubicBezTo>
                    <a:pt x="863577" y="1105112"/>
                    <a:pt x="1105327" y="863362"/>
                    <a:pt x="1105327" y="565149"/>
                  </a:cubicBezTo>
                  <a:cubicBezTo>
                    <a:pt x="1105327" y="266936"/>
                    <a:pt x="863577" y="25186"/>
                    <a:pt x="565363" y="25186"/>
                  </a:cubicBezTo>
                  <a:close/>
                  <a:moveTo>
                    <a:pt x="565363" y="0"/>
                  </a:moveTo>
                  <a:cubicBezTo>
                    <a:pt x="877604" y="0"/>
                    <a:pt x="1130726" y="253121"/>
                    <a:pt x="1130726" y="565362"/>
                  </a:cubicBezTo>
                  <a:cubicBezTo>
                    <a:pt x="1130726" y="877603"/>
                    <a:pt x="877604" y="1130724"/>
                    <a:pt x="565363" y="1130724"/>
                  </a:cubicBezTo>
                  <a:cubicBezTo>
                    <a:pt x="253122" y="1130724"/>
                    <a:pt x="0" y="877603"/>
                    <a:pt x="0" y="565362"/>
                  </a:cubicBezTo>
                  <a:cubicBezTo>
                    <a:pt x="0" y="253121"/>
                    <a:pt x="253122" y="0"/>
                    <a:pt x="56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45">
              <a:extLst>
                <a:ext uri="{FF2B5EF4-FFF2-40B4-BE49-F238E27FC236}">
                  <a16:creationId xmlns:a16="http://schemas.microsoft.com/office/drawing/2014/main" id="{A404A0DE-A076-8C4E-B8D4-EBC9453377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578" y="3552837"/>
              <a:ext cx="535422" cy="1124688"/>
            </a:xfrm>
            <a:custGeom>
              <a:avLst/>
              <a:gdLst>
                <a:gd name="connsiteX0" fmla="*/ 535422 w 535422"/>
                <a:gd name="connsiteY0" fmla="*/ 0 h 1124688"/>
                <a:gd name="connsiteX1" fmla="*/ 535422 w 535422"/>
                <a:gd name="connsiteY1" fmla="*/ 25186 h 1124688"/>
                <a:gd name="connsiteX2" fmla="*/ 456541 w 535422"/>
                <a:gd name="connsiteY2" fmla="*/ 33138 h 1124688"/>
                <a:gd name="connsiteX3" fmla="*/ 25399 w 535422"/>
                <a:gd name="connsiteY3" fmla="*/ 562131 h 1124688"/>
                <a:gd name="connsiteX4" fmla="*/ 456541 w 535422"/>
                <a:gd name="connsiteY4" fmla="*/ 1091124 h 1124688"/>
                <a:gd name="connsiteX5" fmla="*/ 535422 w 535422"/>
                <a:gd name="connsiteY5" fmla="*/ 1099076 h 1124688"/>
                <a:gd name="connsiteX6" fmla="*/ 535422 w 535422"/>
                <a:gd name="connsiteY6" fmla="*/ 1124688 h 1124688"/>
                <a:gd name="connsiteX7" fmla="*/ 451423 w 535422"/>
                <a:gd name="connsiteY7" fmla="*/ 1116220 h 1124688"/>
                <a:gd name="connsiteX8" fmla="*/ 0 w 535422"/>
                <a:gd name="connsiteY8" fmla="*/ 562344 h 1124688"/>
                <a:gd name="connsiteX9" fmla="*/ 451423 w 535422"/>
                <a:gd name="connsiteY9" fmla="*/ 8468 h 112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22" h="1124688">
                  <a:moveTo>
                    <a:pt x="535422" y="0"/>
                  </a:moveTo>
                  <a:lnTo>
                    <a:pt x="535422" y="25186"/>
                  </a:lnTo>
                  <a:lnTo>
                    <a:pt x="456541" y="33138"/>
                  </a:lnTo>
                  <a:cubicBezTo>
                    <a:pt x="210489" y="83488"/>
                    <a:pt x="25399" y="301195"/>
                    <a:pt x="25399" y="562131"/>
                  </a:cubicBezTo>
                  <a:cubicBezTo>
                    <a:pt x="25399" y="823068"/>
                    <a:pt x="210489" y="1040775"/>
                    <a:pt x="456541" y="1091124"/>
                  </a:cubicBezTo>
                  <a:lnTo>
                    <a:pt x="535422" y="1099076"/>
                  </a:lnTo>
                  <a:lnTo>
                    <a:pt x="535422" y="1124688"/>
                  </a:lnTo>
                  <a:lnTo>
                    <a:pt x="451423" y="1116220"/>
                  </a:lnTo>
                  <a:cubicBezTo>
                    <a:pt x="193797" y="1063502"/>
                    <a:pt x="0" y="835555"/>
                    <a:pt x="0" y="562344"/>
                  </a:cubicBezTo>
                  <a:cubicBezTo>
                    <a:pt x="0" y="289133"/>
                    <a:pt x="193797" y="61186"/>
                    <a:pt x="451423" y="846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53">
              <a:extLst>
                <a:ext uri="{FF2B5EF4-FFF2-40B4-BE49-F238E27FC236}">
                  <a16:creationId xmlns:a16="http://schemas.microsoft.com/office/drawing/2014/main" id="{9EED6D73-C275-3347-BB66-C83964257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6642" y="6295916"/>
              <a:ext cx="535358" cy="562084"/>
            </a:xfrm>
            <a:custGeom>
              <a:avLst/>
              <a:gdLst>
                <a:gd name="connsiteX0" fmla="*/ 535358 w 535358"/>
                <a:gd name="connsiteY0" fmla="*/ 0 h 562084"/>
                <a:gd name="connsiteX1" fmla="*/ 535358 w 535358"/>
                <a:gd name="connsiteY1" fmla="*/ 25186 h 562084"/>
                <a:gd name="connsiteX2" fmla="*/ 469717 w 535358"/>
                <a:gd name="connsiteY2" fmla="*/ 30978 h 562084"/>
                <a:gd name="connsiteX3" fmla="*/ 36306 w 535358"/>
                <a:gd name="connsiteY3" fmla="*/ 453686 h 562084"/>
                <a:gd name="connsiteX4" fmla="*/ 25378 w 535358"/>
                <a:gd name="connsiteY4" fmla="*/ 562084 h 562084"/>
                <a:gd name="connsiteX5" fmla="*/ 0 w 535358"/>
                <a:gd name="connsiteY5" fmla="*/ 562084 h 562084"/>
                <a:gd name="connsiteX6" fmla="*/ 11423 w 535358"/>
                <a:gd name="connsiteY6" fmla="*/ 448780 h 562084"/>
                <a:gd name="connsiteX7" fmla="*/ 465221 w 535358"/>
                <a:gd name="connsiteY7" fmla="*/ 6189 h 5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358" h="562084">
                  <a:moveTo>
                    <a:pt x="535358" y="0"/>
                  </a:moveTo>
                  <a:lnTo>
                    <a:pt x="535358" y="25186"/>
                  </a:lnTo>
                  <a:lnTo>
                    <a:pt x="469717" y="30978"/>
                  </a:lnTo>
                  <a:cubicBezTo>
                    <a:pt x="252550" y="69769"/>
                    <a:pt x="80361" y="238391"/>
                    <a:pt x="36306" y="453686"/>
                  </a:cubicBezTo>
                  <a:lnTo>
                    <a:pt x="25378" y="562084"/>
                  </a:lnTo>
                  <a:lnTo>
                    <a:pt x="0" y="562084"/>
                  </a:lnTo>
                  <a:lnTo>
                    <a:pt x="11423" y="448780"/>
                  </a:lnTo>
                  <a:cubicBezTo>
                    <a:pt x="57551" y="223357"/>
                    <a:pt x="237840" y="46805"/>
                    <a:pt x="465221" y="618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774998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D447A51-756A-48C2-A007-3B978EA679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065932" y="700315"/>
            <a:ext cx="6060136" cy="4870411"/>
          </a:xfrm>
        </p:spPr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97E3-2753-41A0-96E9-E10CED5808B0}"/>
              </a:ext>
            </a:extLst>
          </p:cNvPr>
          <p:cNvSpPr txBox="1"/>
          <p:nvPr/>
        </p:nvSpPr>
        <p:spPr>
          <a:xfrm>
            <a:off x="571500" y="700316"/>
            <a:ext cx="1320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Hier </a:t>
            </a:r>
            <a:r>
              <a:rPr lang="de-DE" dirty="0" err="1"/>
              <a:t>karikatur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46788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5BC800-D531-4E5C-B03D-F9EA2B0AB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Struktur: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6796E42-00A5-4813-B7D2-6D9F05523600}"/>
              </a:ext>
            </a:extLst>
          </p:cNvPr>
          <p:cNvSpPr txBox="1"/>
          <p:nvPr/>
        </p:nvSpPr>
        <p:spPr>
          <a:xfrm>
            <a:off x="711200" y="1828800"/>
            <a:ext cx="3124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1.Thema </a:t>
            </a:r>
          </a:p>
          <a:p>
            <a:r>
              <a:rPr lang="de-DE" dirty="0"/>
              <a:t>Wahrscheinlich Definition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B4A89EA-9C0C-411A-9B45-CD58EAFE8C48}"/>
              </a:ext>
            </a:extLst>
          </p:cNvPr>
          <p:cNvSpPr txBox="1"/>
          <p:nvPr/>
        </p:nvSpPr>
        <p:spPr>
          <a:xfrm>
            <a:off x="6484935" y="1863130"/>
            <a:ext cx="3124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2.Thema </a:t>
            </a:r>
          </a:p>
          <a:p>
            <a:r>
              <a:rPr lang="de-DE" dirty="0"/>
              <a:t>Beispiel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2D32E2A-D052-46B6-8FC5-181BF2127BF6}"/>
              </a:ext>
            </a:extLst>
          </p:cNvPr>
          <p:cNvSpPr txBox="1"/>
          <p:nvPr/>
        </p:nvSpPr>
        <p:spPr>
          <a:xfrm>
            <a:off x="3695700" y="3797300"/>
            <a:ext cx="3124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3.Thema </a:t>
            </a:r>
          </a:p>
          <a:p>
            <a:endParaRPr lang="de-DE" dirty="0"/>
          </a:p>
          <a:p>
            <a:r>
              <a:rPr lang="de-DE" dirty="0"/>
              <a:t>?Umsetzung / Probleme ?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2510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001ACB-A08F-4288-9D95-AA47F951F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1. Thema	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443F87-B6E9-4291-AAD8-F77A8523C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0" y="2160016"/>
            <a:ext cx="7335835" cy="1510284"/>
          </a:xfrm>
        </p:spPr>
        <p:txBody>
          <a:bodyPr/>
          <a:lstStyle/>
          <a:p>
            <a:r>
              <a:rPr lang="de-DE" dirty="0"/>
              <a:t>Definition in sehr wenigen Stichpunkten </a:t>
            </a:r>
          </a:p>
          <a:p>
            <a:endParaRPr lang="de-DE" dirty="0"/>
          </a:p>
          <a:p>
            <a:r>
              <a:rPr lang="de-DE" dirty="0"/>
              <a:t>Vielleicht noch </a:t>
            </a:r>
            <a:r>
              <a:rPr lang="de-DE" dirty="0" err="1"/>
              <a:t>bild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26BC5F5-DF74-4536-AD72-0BEAA4028436}"/>
              </a:ext>
            </a:extLst>
          </p:cNvPr>
          <p:cNvSpPr txBox="1"/>
          <p:nvPr/>
        </p:nvSpPr>
        <p:spPr>
          <a:xfrm>
            <a:off x="457200" y="3911600"/>
            <a:ext cx="6565900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  <a:p>
            <a:endParaRPr lang="de-DE" dirty="0"/>
          </a:p>
          <a:p>
            <a:endParaRPr lang="de-DE" sz="2800" b="1" dirty="0"/>
          </a:p>
          <a:p>
            <a:pPr algn="ctr"/>
            <a:r>
              <a:rPr lang="de-DE" sz="2800" b="1" dirty="0"/>
              <a:t>HIER BILD ?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99228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38E128-2DC0-459D-90A6-9406CB9E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Irgend </a:t>
            </a:r>
            <a:r>
              <a:rPr lang="de-DE" dirty="0" err="1"/>
              <a:t>nen</a:t>
            </a:r>
            <a:r>
              <a:rPr lang="de-DE" dirty="0"/>
              <a:t> </a:t>
            </a:r>
            <a:r>
              <a:rPr lang="de-DE" dirty="0" err="1"/>
              <a:t>bild</a:t>
            </a:r>
            <a:r>
              <a:rPr lang="de-DE" dirty="0"/>
              <a:t>				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D172FA5-B521-4552-9B1D-2C01850D4246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07D068-8081-4CCB-8646-7A15878FD7C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de-DE" dirty="0"/>
              <a:t>Hier vielleicht noch </a:t>
            </a:r>
            <a:r>
              <a:rPr lang="de-DE" dirty="0" err="1"/>
              <a:t>infos</a:t>
            </a:r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1095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FF879D-641F-4228-AC1B-42E3BFD45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2. Thema 	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8F8945-398A-4C8B-849A-1014B33A6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0" y="2160016"/>
            <a:ext cx="7335835" cy="1853184"/>
          </a:xfrm>
        </p:spPr>
        <p:txBody>
          <a:bodyPr/>
          <a:lstStyle/>
          <a:p>
            <a:r>
              <a:rPr lang="de-DE" dirty="0"/>
              <a:t>Zeug 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E8E6377-C050-477B-8202-90E2E65F4BB4}"/>
              </a:ext>
            </a:extLst>
          </p:cNvPr>
          <p:cNvSpPr txBox="1"/>
          <p:nvPr/>
        </p:nvSpPr>
        <p:spPr>
          <a:xfrm>
            <a:off x="933450" y="4229100"/>
            <a:ext cx="635000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  <a:p>
            <a:endParaRPr lang="de-DE" dirty="0"/>
          </a:p>
          <a:p>
            <a:pPr algn="ctr"/>
            <a:r>
              <a:rPr lang="de-DE" sz="2400" b="1" dirty="0"/>
              <a:t>HIER BILD?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10581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38E128-2DC0-459D-90A6-9406CB9E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Irgend </a:t>
            </a:r>
            <a:r>
              <a:rPr lang="de-DE" dirty="0" err="1"/>
              <a:t>nen</a:t>
            </a:r>
            <a:r>
              <a:rPr lang="de-DE" dirty="0"/>
              <a:t> </a:t>
            </a:r>
            <a:r>
              <a:rPr lang="de-DE" dirty="0" err="1"/>
              <a:t>bild</a:t>
            </a:r>
            <a:r>
              <a:rPr lang="de-DE" dirty="0"/>
              <a:t>				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D172FA5-B521-4552-9B1D-2C01850D4246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07D068-8081-4CCB-8646-7A15878FD7C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de-DE" dirty="0"/>
              <a:t>Hier vielleicht noch </a:t>
            </a:r>
            <a:r>
              <a:rPr lang="de-DE" dirty="0" err="1"/>
              <a:t>infos</a:t>
            </a:r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474444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FF879D-641F-4228-AC1B-42E3BFD45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3. Thema 	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8F8945-398A-4C8B-849A-1014B33A6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0" y="2160016"/>
            <a:ext cx="7335835" cy="1853184"/>
          </a:xfrm>
        </p:spPr>
        <p:txBody>
          <a:bodyPr/>
          <a:lstStyle/>
          <a:p>
            <a:r>
              <a:rPr lang="de-DE" dirty="0"/>
              <a:t>Zeug 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E8E6377-C050-477B-8202-90E2E65F4BB4}"/>
              </a:ext>
            </a:extLst>
          </p:cNvPr>
          <p:cNvSpPr txBox="1"/>
          <p:nvPr/>
        </p:nvSpPr>
        <p:spPr>
          <a:xfrm>
            <a:off x="933450" y="4229100"/>
            <a:ext cx="635000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  <a:p>
            <a:endParaRPr lang="de-DE" dirty="0"/>
          </a:p>
          <a:p>
            <a:pPr algn="ctr"/>
            <a:r>
              <a:rPr lang="de-DE" sz="2400" b="1" dirty="0"/>
              <a:t>HIER BILD?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2611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38E128-2DC0-459D-90A6-9406CB9E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Irgend </a:t>
            </a:r>
            <a:r>
              <a:rPr lang="de-DE" dirty="0" err="1"/>
              <a:t>nen</a:t>
            </a:r>
            <a:r>
              <a:rPr lang="de-DE" dirty="0"/>
              <a:t> </a:t>
            </a:r>
            <a:r>
              <a:rPr lang="de-DE" dirty="0" err="1"/>
              <a:t>bild</a:t>
            </a:r>
            <a:r>
              <a:rPr lang="de-DE" dirty="0"/>
              <a:t>				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D172FA5-B521-4552-9B1D-2C01850D4246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07D068-8081-4CCB-8646-7A15878FD7C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de-DE" dirty="0"/>
              <a:t>Hier vielleicht noch </a:t>
            </a:r>
            <a:r>
              <a:rPr lang="de-DE" dirty="0" err="1"/>
              <a:t>infos</a:t>
            </a:r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09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CC595-0612-46B0-8882-55DBD87A1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Hier müssen wir dann irgendwie das Interaktiv zeug machen, vielleicht </a:t>
            </a:r>
            <a:r>
              <a:rPr lang="de-DE"/>
              <a:t>halt anstatt des drittem Themas oder so, </a:t>
            </a:r>
            <a:r>
              <a:rPr lang="de-DE" dirty="0"/>
              <a:t>sehen wir dann</a:t>
            </a:r>
            <a:br>
              <a:rPr lang="de-DE" dirty="0"/>
            </a:br>
            <a:endParaRPr lang="de-DE" dirty="0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72DFF40-C8EB-4A74-B4E7-7CAFCF0F5E97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1683091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F8701D-6014-4CF9-AA11-5664E1F26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ENDE!!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BCC4E27-7BDC-47F1-B79E-87FFF26E94A9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98A17A6-A141-4B92-A328-389BFC3B8EA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de-DE" dirty="0"/>
              <a:t>QUELLEN: oder sowas</a:t>
            </a:r>
          </a:p>
          <a:p>
            <a:endParaRPr lang="de-DE" dirty="0"/>
          </a:p>
          <a:p>
            <a:r>
              <a:rPr lang="de-DE" dirty="0"/>
              <a:t>Und halt noch </a:t>
            </a:r>
            <a:r>
              <a:rPr lang="de-DE" dirty="0" err="1"/>
              <a:t>nen</a:t>
            </a:r>
            <a:r>
              <a:rPr lang="de-DE" dirty="0"/>
              <a:t> lustiges </a:t>
            </a:r>
            <a:r>
              <a:rPr lang="de-DE" dirty="0" err="1"/>
              <a:t>bild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676548"/>
      </p:ext>
    </p:extLst>
  </p:cSld>
  <p:clrMapOvr>
    <a:masterClrMapping/>
  </p:clrMapOvr>
</p:sld>
</file>

<file path=ppt/theme/theme1.xml><?xml version="1.0" encoding="utf-8"?>
<a:theme xmlns:a="http://schemas.openxmlformats.org/drawingml/2006/main" name="PunchcardVTI">
  <a:themeElements>
    <a:clrScheme name="AnalogousFromLightSeedLeftStep">
      <a:dk1>
        <a:srgbClr val="000000"/>
      </a:dk1>
      <a:lt1>
        <a:srgbClr val="FFFFFF"/>
      </a:lt1>
      <a:dk2>
        <a:srgbClr val="213B32"/>
      </a:dk2>
      <a:lt2>
        <a:srgbClr val="E8E5E2"/>
      </a:lt2>
      <a:accent1>
        <a:srgbClr val="81A6C7"/>
      </a:accent1>
      <a:accent2>
        <a:srgbClr val="6CAEB2"/>
      </a:accent2>
      <a:accent3>
        <a:srgbClr val="78AD9A"/>
      </a:accent3>
      <a:accent4>
        <a:srgbClr val="6BB07B"/>
      </a:accent4>
      <a:accent5>
        <a:srgbClr val="83AD79"/>
      </a:accent5>
      <a:accent6>
        <a:srgbClr val="91AA68"/>
      </a:accent6>
      <a:hlink>
        <a:srgbClr val="9F7C5D"/>
      </a:hlink>
      <a:folHlink>
        <a:srgbClr val="7F7F7F"/>
      </a:folHlink>
    </a:clrScheme>
    <a:fontScheme name="Punchcard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nchcardVTI" id="{C7262591-AF98-8F48-B56D-6342D2439B1A}" vid="{261D9F73-974A-B14E-9EAF-4871CCA60BB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</Words>
  <Application>Microsoft Office PowerPoint</Application>
  <PresentationFormat>Breitbild</PresentationFormat>
  <Paragraphs>44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4" baseType="lpstr">
      <vt:lpstr>Arial</vt:lpstr>
      <vt:lpstr>Neue Haas Grotesk Text Pro</vt:lpstr>
      <vt:lpstr>PunchcardVTI</vt:lpstr>
      <vt:lpstr>Beziehungen zwischen den wirtschaftspolitischen Zielen der sozialen Marktwirtschaft</vt:lpstr>
      <vt:lpstr>PowerPoint-Präsentation</vt:lpstr>
      <vt:lpstr>Struktur:</vt:lpstr>
      <vt:lpstr>1. Thema </vt:lpstr>
      <vt:lpstr>Irgend nen bild    </vt:lpstr>
      <vt:lpstr>2. Thema  </vt:lpstr>
      <vt:lpstr>Irgend nen bild    </vt:lpstr>
      <vt:lpstr>3. Thema  </vt:lpstr>
      <vt:lpstr>Irgend nen bild    </vt:lpstr>
      <vt:lpstr>Hier müssen wir dann irgendwie das Interaktiv zeug machen, vielleicht halt anstatt des drittem Themas oder so, sehen wir dann </vt:lpstr>
      <vt:lpstr>ENDE!!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/>
  <cp:lastModifiedBy>S010107</cp:lastModifiedBy>
  <cp:revision>6</cp:revision>
  <dcterms:created xsi:type="dcterms:W3CDTF">2021-10-09T16:05:09Z</dcterms:created>
  <dcterms:modified xsi:type="dcterms:W3CDTF">2021-10-12T17:06:04Z</dcterms:modified>
</cp:coreProperties>
</file>