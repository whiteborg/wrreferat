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166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3200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558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2901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084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206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7692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88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206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995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72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/>
  <cp:lastModifiedBy/>
  <cp:revision>2</cp:revision>
  <dcterms:created xsi:type="dcterms:W3CDTF">2021-10-09T16:05:09Z</dcterms:created>
  <dcterms:modified xsi:type="dcterms:W3CDTF">2021-10-09T16:05:22Z</dcterms:modified>
</cp:coreProperties>
</file>