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6" d="100"/>
          <a:sy n="76" d="100"/>
        </p:scale>
        <p:origin x="5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09.10.2021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Vorschlag/Notiz</a:t>
            </a:r>
            <a:r>
              <a:rPr lang="de-DE" dirty="0"/>
              <a:t>: </a:t>
            </a:r>
          </a:p>
          <a:p>
            <a:r>
              <a:rPr lang="de-DE" dirty="0"/>
              <a:t>hier bitte Karikatur als Einleitung </a:t>
            </a:r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Larissa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>S010107@schulenteamsoft.onmicrosoft.com</cp:lastModifiedBy>
  <cp:revision>3</cp:revision>
  <dcterms:created xsi:type="dcterms:W3CDTF">2021-10-09T16:05:09Z</dcterms:created>
  <dcterms:modified xsi:type="dcterms:W3CDTF">2021-10-09T16:10:31Z</dcterms:modified>
</cp:coreProperties>
</file>