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9" r:id="rId1"/>
  </p:sldMasterIdLst>
  <p:sldIdLst>
    <p:sldId id="256" r:id="rId2"/>
    <p:sldId id="257" r:id="rId3"/>
    <p:sldId id="258" r:id="rId4"/>
    <p:sldId id="259" r:id="rId5"/>
    <p:sldId id="264" r:id="rId6"/>
    <p:sldId id="260" r:id="rId7"/>
    <p:sldId id="262" r:id="rId8"/>
    <p:sldId id="263" r:id="rId9"/>
    <p:sldId id="261" r:id="rId10"/>
    <p:sldId id="269" r:id="rId11"/>
    <p:sldId id="267" r:id="rId12"/>
    <p:sldId id="270" r:id="rId13"/>
    <p:sldId id="271" r:id="rId14"/>
    <p:sldId id="265" r:id="rId15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tandardabschnitt" id="{6B4808BE-192C-4E99-BD01-428C461EDED7}">
          <p14:sldIdLst>
            <p14:sldId id="256"/>
            <p14:sldId id="257"/>
            <p14:sldId id="258"/>
            <p14:sldId id="259"/>
            <p14:sldId id="264"/>
            <p14:sldId id="260"/>
            <p14:sldId id="262"/>
            <p14:sldId id="263"/>
            <p14:sldId id="261"/>
            <p14:sldId id="269"/>
            <p14:sldId id="267"/>
            <p14:sldId id="270"/>
            <p14:sldId id="271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010107" initials="S" lastIdx="2" clrIdx="0">
    <p:extLst>
      <p:ext uri="{19B8F6BF-5375-455C-9EA6-DF929625EA0E}">
        <p15:presenceInfo xmlns:p15="http://schemas.microsoft.com/office/powerpoint/2012/main" userId="S010107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AB361"/>
    <a:srgbClr val="5F1767"/>
    <a:srgbClr val="97CB32"/>
    <a:srgbClr val="81A6C7"/>
    <a:srgbClr val="FFFFFF"/>
    <a:srgbClr val="2C2B27"/>
    <a:srgbClr val="F4F5EF"/>
    <a:srgbClr val="FF9966"/>
    <a:srgbClr val="E6E61A"/>
    <a:srgbClr val="D9EF0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959" autoAdjust="0"/>
    <p:restoredTop sz="96357" autoAdjust="0"/>
  </p:normalViewPr>
  <p:slideViewPr>
    <p:cSldViewPr snapToGrid="0">
      <p:cViewPr varScale="1">
        <p:scale>
          <a:sx n="65" d="100"/>
          <a:sy n="65" d="100"/>
        </p:scale>
        <p:origin x="102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 42">
            <a:extLst>
              <a:ext uri="{FF2B5EF4-FFF2-40B4-BE49-F238E27FC236}">
                <a16:creationId xmlns:a16="http://schemas.microsoft.com/office/drawing/2014/main" id="{EB46B8FB-F6A2-5F47-A6CD-A7E17E69270F}"/>
              </a:ext>
            </a:extLst>
          </p:cNvPr>
          <p:cNvGrpSpPr/>
          <p:nvPr/>
        </p:nvGrpSpPr>
        <p:grpSpPr>
          <a:xfrm>
            <a:off x="6201388" y="0"/>
            <a:ext cx="5990612" cy="6858001"/>
            <a:chOff x="6201388" y="0"/>
            <a:chExt cx="5990612" cy="6858001"/>
          </a:xfrm>
        </p:grpSpPr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419BDE93-3EC2-4E4D-BC0B-417378F49EDA}"/>
                </a:ext>
              </a:extLst>
            </p:cNvPr>
            <p:cNvSpPr/>
            <p:nvPr/>
          </p:nvSpPr>
          <p:spPr>
            <a:xfrm>
              <a:off x="6201388" y="354939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Freeform 46">
              <a:extLst>
                <a:ext uri="{FF2B5EF4-FFF2-40B4-BE49-F238E27FC236}">
                  <a16:creationId xmlns:a16="http://schemas.microsoft.com/office/drawing/2014/main" id="{FE21F82F-1EE5-8240-97F8-387DF0253FCE}"/>
                </a:ext>
              </a:extLst>
            </p:cNvPr>
            <p:cNvSpPr/>
            <p:nvPr/>
          </p:nvSpPr>
          <p:spPr>
            <a:xfrm>
              <a:off x="6201389" y="1"/>
              <a:ext cx="1130725" cy="565575"/>
            </a:xfrm>
            <a:custGeom>
              <a:avLst/>
              <a:gdLst>
                <a:gd name="connsiteX0" fmla="*/ 21 w 1130725"/>
                <a:gd name="connsiteY0" fmla="*/ 0 h 565575"/>
                <a:gd name="connsiteX1" fmla="*/ 1130704 w 1130725"/>
                <a:gd name="connsiteY1" fmla="*/ 0 h 565575"/>
                <a:gd name="connsiteX2" fmla="*/ 1130725 w 1130725"/>
                <a:gd name="connsiteY2" fmla="*/ 213 h 565575"/>
                <a:gd name="connsiteX3" fmla="*/ 565362 w 1130725"/>
                <a:gd name="connsiteY3" fmla="*/ 565575 h 565575"/>
                <a:gd name="connsiteX4" fmla="*/ 0 w 1130725"/>
                <a:gd name="connsiteY4" fmla="*/ 213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5" h="565575">
                  <a:moveTo>
                    <a:pt x="21" y="0"/>
                  </a:moveTo>
                  <a:lnTo>
                    <a:pt x="1130704" y="0"/>
                  </a:lnTo>
                  <a:lnTo>
                    <a:pt x="1130725" y="213"/>
                  </a:lnTo>
                  <a:cubicBezTo>
                    <a:pt x="1130725" y="312454"/>
                    <a:pt x="877604" y="565575"/>
                    <a:pt x="565362" y="565575"/>
                  </a:cubicBezTo>
                  <a:cubicBezTo>
                    <a:pt x="253121" y="565575"/>
                    <a:pt x="0" y="312454"/>
                    <a:pt x="0" y="21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9" name="Freeform 48">
              <a:extLst>
                <a:ext uri="{FF2B5EF4-FFF2-40B4-BE49-F238E27FC236}">
                  <a16:creationId xmlns:a16="http://schemas.microsoft.com/office/drawing/2014/main" id="{AE1903E3-6B5F-6B4C-9A1F-62628A050AEB}"/>
                </a:ext>
              </a:extLst>
            </p:cNvPr>
            <p:cNvSpPr/>
            <p:nvPr/>
          </p:nvSpPr>
          <p:spPr>
            <a:xfrm>
              <a:off x="7564255" y="6292426"/>
              <a:ext cx="1130723" cy="565575"/>
            </a:xfrm>
            <a:custGeom>
              <a:avLst/>
              <a:gdLst>
                <a:gd name="connsiteX0" fmla="*/ 565362 w 1130723"/>
                <a:gd name="connsiteY0" fmla="*/ 0 h 565575"/>
                <a:gd name="connsiteX1" fmla="*/ 1130723 w 1130723"/>
                <a:gd name="connsiteY1" fmla="*/ 565362 h 565575"/>
                <a:gd name="connsiteX2" fmla="*/ 1130702 w 1130723"/>
                <a:gd name="connsiteY2" fmla="*/ 565575 h 565575"/>
                <a:gd name="connsiteX3" fmla="*/ 21 w 1130723"/>
                <a:gd name="connsiteY3" fmla="*/ 565575 h 565575"/>
                <a:gd name="connsiteX4" fmla="*/ 0 w 1130723"/>
                <a:gd name="connsiteY4" fmla="*/ 565362 h 565575"/>
                <a:gd name="connsiteX5" fmla="*/ 565362 w 1130723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3" h="565575">
                  <a:moveTo>
                    <a:pt x="565362" y="0"/>
                  </a:moveTo>
                  <a:cubicBezTo>
                    <a:pt x="877602" y="0"/>
                    <a:pt x="1130723" y="253121"/>
                    <a:pt x="1130723" y="565362"/>
                  </a:cubicBezTo>
                  <a:lnTo>
                    <a:pt x="1130702" y="565575"/>
                  </a:lnTo>
                  <a:lnTo>
                    <a:pt x="21" y="565575"/>
                  </a:lnTo>
                  <a:lnTo>
                    <a:pt x="0" y="565362"/>
                  </a:lnTo>
                  <a:cubicBezTo>
                    <a:pt x="0" y="253121"/>
                    <a:pt x="253120" y="0"/>
                    <a:pt x="565362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F7C55863-3B37-0743-B001-1A970033FBA8}"/>
                </a:ext>
              </a:extLst>
            </p:cNvPr>
            <p:cNvSpPr/>
            <p:nvPr/>
          </p:nvSpPr>
          <p:spPr>
            <a:xfrm>
              <a:off x="7564253" y="354939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932B4C24-3A58-924C-B79A-D961EF7C2C48}"/>
                </a:ext>
              </a:extLst>
            </p:cNvPr>
            <p:cNvSpPr/>
            <p:nvPr/>
          </p:nvSpPr>
          <p:spPr>
            <a:xfrm>
              <a:off x="7564253" y="2177881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21EF52E0-D2CF-544F-93A6-4D7B45A0483A}"/>
                </a:ext>
              </a:extLst>
            </p:cNvPr>
            <p:cNvSpPr/>
            <p:nvPr/>
          </p:nvSpPr>
          <p:spPr>
            <a:xfrm>
              <a:off x="7564253" y="806366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Freeform 63">
              <a:extLst>
                <a:ext uri="{FF2B5EF4-FFF2-40B4-BE49-F238E27FC236}">
                  <a16:creationId xmlns:a16="http://schemas.microsoft.com/office/drawing/2014/main" id="{6966CFE5-1C8C-2E4F-9B2D-A8438F5A5322}"/>
                </a:ext>
              </a:extLst>
            </p:cNvPr>
            <p:cNvSpPr/>
            <p:nvPr/>
          </p:nvSpPr>
          <p:spPr>
            <a:xfrm>
              <a:off x="7564254" y="1"/>
              <a:ext cx="1130725" cy="565575"/>
            </a:xfrm>
            <a:custGeom>
              <a:avLst/>
              <a:gdLst>
                <a:gd name="connsiteX0" fmla="*/ 21 w 1130725"/>
                <a:gd name="connsiteY0" fmla="*/ 0 h 565575"/>
                <a:gd name="connsiteX1" fmla="*/ 1130704 w 1130725"/>
                <a:gd name="connsiteY1" fmla="*/ 0 h 565575"/>
                <a:gd name="connsiteX2" fmla="*/ 1130725 w 1130725"/>
                <a:gd name="connsiteY2" fmla="*/ 213 h 565575"/>
                <a:gd name="connsiteX3" fmla="*/ 565363 w 1130725"/>
                <a:gd name="connsiteY3" fmla="*/ 565575 h 565575"/>
                <a:gd name="connsiteX4" fmla="*/ 0 w 1130725"/>
                <a:gd name="connsiteY4" fmla="*/ 213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5" h="565575">
                  <a:moveTo>
                    <a:pt x="21" y="0"/>
                  </a:moveTo>
                  <a:lnTo>
                    <a:pt x="1130704" y="0"/>
                  </a:lnTo>
                  <a:lnTo>
                    <a:pt x="1130725" y="213"/>
                  </a:lnTo>
                  <a:cubicBezTo>
                    <a:pt x="1130725" y="312454"/>
                    <a:pt x="877603" y="565575"/>
                    <a:pt x="565363" y="565575"/>
                  </a:cubicBezTo>
                  <a:cubicBezTo>
                    <a:pt x="253121" y="565575"/>
                    <a:pt x="0" y="312454"/>
                    <a:pt x="0" y="21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5" name="Freeform 64">
              <a:extLst>
                <a:ext uri="{FF2B5EF4-FFF2-40B4-BE49-F238E27FC236}">
                  <a16:creationId xmlns:a16="http://schemas.microsoft.com/office/drawing/2014/main" id="{9FD29EF3-A5B2-554A-A307-6BE1BCE8AF03}"/>
                </a:ext>
              </a:extLst>
            </p:cNvPr>
            <p:cNvSpPr/>
            <p:nvPr/>
          </p:nvSpPr>
          <p:spPr>
            <a:xfrm>
              <a:off x="8927118" y="6292426"/>
              <a:ext cx="1130724" cy="565575"/>
            </a:xfrm>
            <a:custGeom>
              <a:avLst/>
              <a:gdLst>
                <a:gd name="connsiteX0" fmla="*/ 565362 w 1130724"/>
                <a:gd name="connsiteY0" fmla="*/ 0 h 565575"/>
                <a:gd name="connsiteX1" fmla="*/ 1130724 w 1130724"/>
                <a:gd name="connsiteY1" fmla="*/ 565362 h 565575"/>
                <a:gd name="connsiteX2" fmla="*/ 1130703 w 1130724"/>
                <a:gd name="connsiteY2" fmla="*/ 565575 h 565575"/>
                <a:gd name="connsiteX3" fmla="*/ 22 w 1130724"/>
                <a:gd name="connsiteY3" fmla="*/ 565575 h 565575"/>
                <a:gd name="connsiteX4" fmla="*/ 0 w 1130724"/>
                <a:gd name="connsiteY4" fmla="*/ 565362 h 565575"/>
                <a:gd name="connsiteX5" fmla="*/ 565362 w 1130724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75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3" y="565575"/>
                  </a:lnTo>
                  <a:lnTo>
                    <a:pt x="22" y="565575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AC1ECAD8-0CF2-934D-AA1E-C108208CDE6F}"/>
                </a:ext>
              </a:extLst>
            </p:cNvPr>
            <p:cNvSpPr/>
            <p:nvPr/>
          </p:nvSpPr>
          <p:spPr>
            <a:xfrm>
              <a:off x="8927118" y="4920911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Oval 67">
              <a:extLst>
                <a:ext uri="{FF2B5EF4-FFF2-40B4-BE49-F238E27FC236}">
                  <a16:creationId xmlns:a16="http://schemas.microsoft.com/office/drawing/2014/main" id="{DB14DED1-3A58-8C4D-902E-2A9F34043F61}"/>
                </a:ext>
              </a:extLst>
            </p:cNvPr>
            <p:cNvSpPr/>
            <p:nvPr/>
          </p:nvSpPr>
          <p:spPr>
            <a:xfrm>
              <a:off x="8927118" y="3549396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Oval 68">
              <a:extLst>
                <a:ext uri="{FF2B5EF4-FFF2-40B4-BE49-F238E27FC236}">
                  <a16:creationId xmlns:a16="http://schemas.microsoft.com/office/drawing/2014/main" id="{65D65157-5719-0341-A807-A8956595FB4C}"/>
                </a:ext>
              </a:extLst>
            </p:cNvPr>
            <p:cNvSpPr/>
            <p:nvPr/>
          </p:nvSpPr>
          <p:spPr>
            <a:xfrm>
              <a:off x="8927118" y="2177881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Oval 69">
              <a:extLst>
                <a:ext uri="{FF2B5EF4-FFF2-40B4-BE49-F238E27FC236}">
                  <a16:creationId xmlns:a16="http://schemas.microsoft.com/office/drawing/2014/main" id="{A7F23F74-B777-2A4C-8EF9-E798880D5942}"/>
                </a:ext>
              </a:extLst>
            </p:cNvPr>
            <p:cNvSpPr/>
            <p:nvPr/>
          </p:nvSpPr>
          <p:spPr>
            <a:xfrm>
              <a:off x="8927118" y="80636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Freeform 70">
              <a:extLst>
                <a:ext uri="{FF2B5EF4-FFF2-40B4-BE49-F238E27FC236}">
                  <a16:creationId xmlns:a16="http://schemas.microsoft.com/office/drawing/2014/main" id="{E3B9A050-0AE1-1D4B-A2AC-6EEF64B106D9}"/>
                </a:ext>
              </a:extLst>
            </p:cNvPr>
            <p:cNvSpPr/>
            <p:nvPr/>
          </p:nvSpPr>
          <p:spPr>
            <a:xfrm>
              <a:off x="8927117" y="0"/>
              <a:ext cx="1130726" cy="565576"/>
            </a:xfrm>
            <a:custGeom>
              <a:avLst/>
              <a:gdLst>
                <a:gd name="connsiteX0" fmla="*/ 22 w 1130726"/>
                <a:gd name="connsiteY0" fmla="*/ 0 h 565576"/>
                <a:gd name="connsiteX1" fmla="*/ 1130704 w 1130726"/>
                <a:gd name="connsiteY1" fmla="*/ 0 h 565576"/>
                <a:gd name="connsiteX2" fmla="*/ 1130726 w 1130726"/>
                <a:gd name="connsiteY2" fmla="*/ 214 h 565576"/>
                <a:gd name="connsiteX3" fmla="*/ 565363 w 1130726"/>
                <a:gd name="connsiteY3" fmla="*/ 565576 h 565576"/>
                <a:gd name="connsiteX4" fmla="*/ 0 w 1130726"/>
                <a:gd name="connsiteY4" fmla="*/ 214 h 565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6" h="565576">
                  <a:moveTo>
                    <a:pt x="22" y="0"/>
                  </a:moveTo>
                  <a:lnTo>
                    <a:pt x="1130704" y="0"/>
                  </a:lnTo>
                  <a:lnTo>
                    <a:pt x="1130726" y="214"/>
                  </a:lnTo>
                  <a:cubicBezTo>
                    <a:pt x="1130726" y="312455"/>
                    <a:pt x="877604" y="565576"/>
                    <a:pt x="565363" y="565576"/>
                  </a:cubicBezTo>
                  <a:cubicBezTo>
                    <a:pt x="253122" y="565576"/>
                    <a:pt x="0" y="312455"/>
                    <a:pt x="0" y="2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2" name="Freeform 71">
              <a:extLst>
                <a:ext uri="{FF2B5EF4-FFF2-40B4-BE49-F238E27FC236}">
                  <a16:creationId xmlns:a16="http://schemas.microsoft.com/office/drawing/2014/main" id="{C424FE38-F803-8D47-BF56-1B18EC2B1F03}"/>
                </a:ext>
              </a:extLst>
            </p:cNvPr>
            <p:cNvSpPr/>
            <p:nvPr/>
          </p:nvSpPr>
          <p:spPr>
            <a:xfrm>
              <a:off x="10289984" y="6292426"/>
              <a:ext cx="1130724" cy="565575"/>
            </a:xfrm>
            <a:custGeom>
              <a:avLst/>
              <a:gdLst>
                <a:gd name="connsiteX0" fmla="*/ 565362 w 1130724"/>
                <a:gd name="connsiteY0" fmla="*/ 0 h 565575"/>
                <a:gd name="connsiteX1" fmla="*/ 1130724 w 1130724"/>
                <a:gd name="connsiteY1" fmla="*/ 565362 h 565575"/>
                <a:gd name="connsiteX2" fmla="*/ 1130703 w 1130724"/>
                <a:gd name="connsiteY2" fmla="*/ 565575 h 565575"/>
                <a:gd name="connsiteX3" fmla="*/ 21 w 1130724"/>
                <a:gd name="connsiteY3" fmla="*/ 565575 h 565575"/>
                <a:gd name="connsiteX4" fmla="*/ 0 w 1130724"/>
                <a:gd name="connsiteY4" fmla="*/ 565362 h 565575"/>
                <a:gd name="connsiteX5" fmla="*/ 565362 w 1130724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75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3" y="565575"/>
                  </a:lnTo>
                  <a:lnTo>
                    <a:pt x="21" y="565575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E37187F2-9212-0641-97D0-1ACD50B748A8}"/>
                </a:ext>
              </a:extLst>
            </p:cNvPr>
            <p:cNvSpPr/>
            <p:nvPr/>
          </p:nvSpPr>
          <p:spPr>
            <a:xfrm>
              <a:off x="10289984" y="4920911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Oval 73">
              <a:extLst>
                <a:ext uri="{FF2B5EF4-FFF2-40B4-BE49-F238E27FC236}">
                  <a16:creationId xmlns:a16="http://schemas.microsoft.com/office/drawing/2014/main" id="{C760C651-2AC4-564E-BEAA-AB7FAFE7F79F}"/>
                </a:ext>
              </a:extLst>
            </p:cNvPr>
            <p:cNvSpPr/>
            <p:nvPr/>
          </p:nvSpPr>
          <p:spPr>
            <a:xfrm>
              <a:off x="10289984" y="354939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58B0A1B8-5BA3-3548-9511-B4904D05264B}"/>
                </a:ext>
              </a:extLst>
            </p:cNvPr>
            <p:cNvSpPr/>
            <p:nvPr/>
          </p:nvSpPr>
          <p:spPr>
            <a:xfrm>
              <a:off x="10289984" y="80636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" name="Freeform 75">
              <a:extLst>
                <a:ext uri="{FF2B5EF4-FFF2-40B4-BE49-F238E27FC236}">
                  <a16:creationId xmlns:a16="http://schemas.microsoft.com/office/drawing/2014/main" id="{424CD779-EE9A-214D-9488-767327E373AA}"/>
                </a:ext>
              </a:extLst>
            </p:cNvPr>
            <p:cNvSpPr/>
            <p:nvPr/>
          </p:nvSpPr>
          <p:spPr>
            <a:xfrm>
              <a:off x="10289983" y="0"/>
              <a:ext cx="1130726" cy="565576"/>
            </a:xfrm>
            <a:custGeom>
              <a:avLst/>
              <a:gdLst>
                <a:gd name="connsiteX0" fmla="*/ 21 w 1130726"/>
                <a:gd name="connsiteY0" fmla="*/ 0 h 565576"/>
                <a:gd name="connsiteX1" fmla="*/ 1130704 w 1130726"/>
                <a:gd name="connsiteY1" fmla="*/ 0 h 565576"/>
                <a:gd name="connsiteX2" fmla="*/ 1130726 w 1130726"/>
                <a:gd name="connsiteY2" fmla="*/ 214 h 565576"/>
                <a:gd name="connsiteX3" fmla="*/ 565363 w 1130726"/>
                <a:gd name="connsiteY3" fmla="*/ 565576 h 565576"/>
                <a:gd name="connsiteX4" fmla="*/ 0 w 1130726"/>
                <a:gd name="connsiteY4" fmla="*/ 214 h 565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6" h="565576">
                  <a:moveTo>
                    <a:pt x="21" y="0"/>
                  </a:moveTo>
                  <a:lnTo>
                    <a:pt x="1130704" y="0"/>
                  </a:lnTo>
                  <a:lnTo>
                    <a:pt x="1130726" y="214"/>
                  </a:lnTo>
                  <a:cubicBezTo>
                    <a:pt x="1130726" y="312455"/>
                    <a:pt x="877604" y="565576"/>
                    <a:pt x="565363" y="565576"/>
                  </a:cubicBezTo>
                  <a:cubicBezTo>
                    <a:pt x="253122" y="565576"/>
                    <a:pt x="0" y="312455"/>
                    <a:pt x="0" y="21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7" name="Freeform 76">
              <a:extLst>
                <a:ext uri="{FF2B5EF4-FFF2-40B4-BE49-F238E27FC236}">
                  <a16:creationId xmlns:a16="http://schemas.microsoft.com/office/drawing/2014/main" id="{630D08C6-9EFB-8540-875F-2A55DED2AAE3}"/>
                </a:ext>
              </a:extLst>
            </p:cNvPr>
            <p:cNvSpPr/>
            <p:nvPr/>
          </p:nvSpPr>
          <p:spPr>
            <a:xfrm>
              <a:off x="11652854" y="6295069"/>
              <a:ext cx="539146" cy="562931"/>
            </a:xfrm>
            <a:custGeom>
              <a:avLst/>
              <a:gdLst>
                <a:gd name="connsiteX0" fmla="*/ 539146 w 539146"/>
                <a:gd name="connsiteY0" fmla="*/ 0 h 562931"/>
                <a:gd name="connsiteX1" fmla="*/ 539146 w 539146"/>
                <a:gd name="connsiteY1" fmla="*/ 562931 h 562931"/>
                <a:gd name="connsiteX2" fmla="*/ 21 w 539146"/>
                <a:gd name="connsiteY2" fmla="*/ 562931 h 562931"/>
                <a:gd name="connsiteX3" fmla="*/ 0 w 539146"/>
                <a:gd name="connsiteY3" fmla="*/ 562719 h 562931"/>
                <a:gd name="connsiteX4" fmla="*/ 451422 w 539146"/>
                <a:gd name="connsiteY4" fmla="*/ 8843 h 5629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6" h="562931">
                  <a:moveTo>
                    <a:pt x="539146" y="0"/>
                  </a:moveTo>
                  <a:lnTo>
                    <a:pt x="539146" y="562931"/>
                  </a:lnTo>
                  <a:lnTo>
                    <a:pt x="21" y="562931"/>
                  </a:lnTo>
                  <a:lnTo>
                    <a:pt x="0" y="562719"/>
                  </a:lnTo>
                  <a:cubicBezTo>
                    <a:pt x="0" y="289508"/>
                    <a:pt x="193796" y="61561"/>
                    <a:pt x="451422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8" name="Freeform 77">
              <a:extLst>
                <a:ext uri="{FF2B5EF4-FFF2-40B4-BE49-F238E27FC236}">
                  <a16:creationId xmlns:a16="http://schemas.microsoft.com/office/drawing/2014/main" id="{D7E8DA86-1294-4641-9C52-6E153150641C}"/>
                </a:ext>
              </a:extLst>
            </p:cNvPr>
            <p:cNvSpPr/>
            <p:nvPr/>
          </p:nvSpPr>
          <p:spPr>
            <a:xfrm>
              <a:off x="11652853" y="4923555"/>
              <a:ext cx="539147" cy="1125439"/>
            </a:xfrm>
            <a:custGeom>
              <a:avLst/>
              <a:gdLst>
                <a:gd name="connsiteX0" fmla="*/ 539147 w 539147"/>
                <a:gd name="connsiteY0" fmla="*/ 0 h 1125439"/>
                <a:gd name="connsiteX1" fmla="*/ 539147 w 539147"/>
                <a:gd name="connsiteY1" fmla="*/ 1125439 h 1125439"/>
                <a:gd name="connsiteX2" fmla="*/ 451423 w 539147"/>
                <a:gd name="connsiteY2" fmla="*/ 1116595 h 1125439"/>
                <a:gd name="connsiteX3" fmla="*/ 0 w 539147"/>
                <a:gd name="connsiteY3" fmla="*/ 562719 h 1125439"/>
                <a:gd name="connsiteX4" fmla="*/ 451423 w 539147"/>
                <a:gd name="connsiteY4" fmla="*/ 8843 h 112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9">
                  <a:moveTo>
                    <a:pt x="539147" y="0"/>
                  </a:moveTo>
                  <a:lnTo>
                    <a:pt x="539147" y="1125439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9" name="Freeform 78">
              <a:extLst>
                <a:ext uri="{FF2B5EF4-FFF2-40B4-BE49-F238E27FC236}">
                  <a16:creationId xmlns:a16="http://schemas.microsoft.com/office/drawing/2014/main" id="{011063C9-2A43-3348-A018-F27FACAA778D}"/>
                </a:ext>
              </a:extLst>
            </p:cNvPr>
            <p:cNvSpPr/>
            <p:nvPr/>
          </p:nvSpPr>
          <p:spPr>
            <a:xfrm>
              <a:off x="11652853" y="3552039"/>
              <a:ext cx="539147" cy="1125438"/>
            </a:xfrm>
            <a:custGeom>
              <a:avLst/>
              <a:gdLst>
                <a:gd name="connsiteX0" fmla="*/ 539147 w 539147"/>
                <a:gd name="connsiteY0" fmla="*/ 0 h 1125438"/>
                <a:gd name="connsiteX1" fmla="*/ 539147 w 539147"/>
                <a:gd name="connsiteY1" fmla="*/ 1125438 h 1125438"/>
                <a:gd name="connsiteX2" fmla="*/ 451423 w 539147"/>
                <a:gd name="connsiteY2" fmla="*/ 1116595 h 1125438"/>
                <a:gd name="connsiteX3" fmla="*/ 0 w 539147"/>
                <a:gd name="connsiteY3" fmla="*/ 562719 h 1125438"/>
                <a:gd name="connsiteX4" fmla="*/ 451423 w 539147"/>
                <a:gd name="connsiteY4" fmla="*/ 8843 h 1125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8">
                  <a:moveTo>
                    <a:pt x="539147" y="0"/>
                  </a:moveTo>
                  <a:lnTo>
                    <a:pt x="539147" y="1125438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0" name="Freeform 79">
              <a:extLst>
                <a:ext uri="{FF2B5EF4-FFF2-40B4-BE49-F238E27FC236}">
                  <a16:creationId xmlns:a16="http://schemas.microsoft.com/office/drawing/2014/main" id="{EE85C7DE-D965-244F-BD95-3A05FF4AAC61}"/>
                </a:ext>
              </a:extLst>
            </p:cNvPr>
            <p:cNvSpPr/>
            <p:nvPr/>
          </p:nvSpPr>
          <p:spPr>
            <a:xfrm>
              <a:off x="11652853" y="2180524"/>
              <a:ext cx="539147" cy="1125438"/>
            </a:xfrm>
            <a:custGeom>
              <a:avLst/>
              <a:gdLst>
                <a:gd name="connsiteX0" fmla="*/ 539147 w 539147"/>
                <a:gd name="connsiteY0" fmla="*/ 0 h 1125438"/>
                <a:gd name="connsiteX1" fmla="*/ 539147 w 539147"/>
                <a:gd name="connsiteY1" fmla="*/ 1125438 h 1125438"/>
                <a:gd name="connsiteX2" fmla="*/ 451423 w 539147"/>
                <a:gd name="connsiteY2" fmla="*/ 1116595 h 1125438"/>
                <a:gd name="connsiteX3" fmla="*/ 0 w 539147"/>
                <a:gd name="connsiteY3" fmla="*/ 562719 h 1125438"/>
                <a:gd name="connsiteX4" fmla="*/ 451423 w 539147"/>
                <a:gd name="connsiteY4" fmla="*/ 8843 h 1125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8">
                  <a:moveTo>
                    <a:pt x="539147" y="0"/>
                  </a:moveTo>
                  <a:lnTo>
                    <a:pt x="539147" y="1125438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9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1" name="Freeform 80">
              <a:extLst>
                <a:ext uri="{FF2B5EF4-FFF2-40B4-BE49-F238E27FC236}">
                  <a16:creationId xmlns:a16="http://schemas.microsoft.com/office/drawing/2014/main" id="{315A1389-149A-3342-A863-637D42FDB28D}"/>
                </a:ext>
              </a:extLst>
            </p:cNvPr>
            <p:cNvSpPr/>
            <p:nvPr/>
          </p:nvSpPr>
          <p:spPr>
            <a:xfrm>
              <a:off x="11652853" y="809010"/>
              <a:ext cx="539147" cy="1125439"/>
            </a:xfrm>
            <a:custGeom>
              <a:avLst/>
              <a:gdLst>
                <a:gd name="connsiteX0" fmla="*/ 539147 w 539147"/>
                <a:gd name="connsiteY0" fmla="*/ 0 h 1125439"/>
                <a:gd name="connsiteX1" fmla="*/ 539147 w 539147"/>
                <a:gd name="connsiteY1" fmla="*/ 1125439 h 1125439"/>
                <a:gd name="connsiteX2" fmla="*/ 451423 w 539147"/>
                <a:gd name="connsiteY2" fmla="*/ 1116595 h 1125439"/>
                <a:gd name="connsiteX3" fmla="*/ 0 w 539147"/>
                <a:gd name="connsiteY3" fmla="*/ 562719 h 1125439"/>
                <a:gd name="connsiteX4" fmla="*/ 451423 w 539147"/>
                <a:gd name="connsiteY4" fmla="*/ 8843 h 112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9">
                  <a:moveTo>
                    <a:pt x="539147" y="0"/>
                  </a:moveTo>
                  <a:lnTo>
                    <a:pt x="539147" y="1125439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2" name="Freeform 81">
              <a:extLst>
                <a:ext uri="{FF2B5EF4-FFF2-40B4-BE49-F238E27FC236}">
                  <a16:creationId xmlns:a16="http://schemas.microsoft.com/office/drawing/2014/main" id="{B149CC6F-B6C6-BE46-B451-1BF7D47A8936}"/>
                </a:ext>
              </a:extLst>
            </p:cNvPr>
            <p:cNvSpPr/>
            <p:nvPr/>
          </p:nvSpPr>
          <p:spPr>
            <a:xfrm>
              <a:off x="11652853" y="1"/>
              <a:ext cx="539147" cy="562933"/>
            </a:xfrm>
            <a:custGeom>
              <a:avLst/>
              <a:gdLst>
                <a:gd name="connsiteX0" fmla="*/ 22 w 539147"/>
                <a:gd name="connsiteY0" fmla="*/ 0 h 562933"/>
                <a:gd name="connsiteX1" fmla="*/ 539147 w 539147"/>
                <a:gd name="connsiteY1" fmla="*/ 0 h 562933"/>
                <a:gd name="connsiteX2" fmla="*/ 539147 w 539147"/>
                <a:gd name="connsiteY2" fmla="*/ 562933 h 562933"/>
                <a:gd name="connsiteX3" fmla="*/ 451423 w 539147"/>
                <a:gd name="connsiteY3" fmla="*/ 554090 h 562933"/>
                <a:gd name="connsiteX4" fmla="*/ 0 w 539147"/>
                <a:gd name="connsiteY4" fmla="*/ 214 h 5629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562933">
                  <a:moveTo>
                    <a:pt x="22" y="0"/>
                  </a:moveTo>
                  <a:lnTo>
                    <a:pt x="539147" y="0"/>
                  </a:lnTo>
                  <a:lnTo>
                    <a:pt x="539147" y="562933"/>
                  </a:lnTo>
                  <a:lnTo>
                    <a:pt x="451423" y="554090"/>
                  </a:lnTo>
                  <a:cubicBezTo>
                    <a:pt x="193797" y="501372"/>
                    <a:pt x="0" y="273425"/>
                    <a:pt x="0" y="21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CDAB39E9-6F50-3F4B-9DDB-FC0E0CA993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5150" y="768334"/>
            <a:ext cx="5066001" cy="2866405"/>
          </a:xfrm>
        </p:spPr>
        <p:txBody>
          <a:bodyPr anchor="t"/>
          <a:lstStyle>
            <a:lvl1pPr algn="l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6B2C33E-E9A6-304D-BBCB-97AD0B213C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5150" y="4283239"/>
            <a:ext cx="5066001" cy="1475177"/>
          </a:xfrm>
        </p:spPr>
        <p:txBody>
          <a:bodyPr anchor="b"/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9C75C4-E533-BE48-B528-D1A278BC39A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66928" y="457200"/>
            <a:ext cx="3608205" cy="365125"/>
          </a:xfrm>
        </p:spPr>
        <p:txBody>
          <a:bodyPr/>
          <a:lstStyle>
            <a:lvl1pPr algn="l">
              <a:defRPr/>
            </a:lvl1pPr>
          </a:lstStyle>
          <a:p>
            <a:pPr algn="l"/>
            <a:fld id="{A5B0A250-5CC0-1746-B209-08E8B0DAE6AF}" type="datetimeFigureOut">
              <a:rPr lang="en-US" smtClean="0"/>
              <a:pPr algn="l"/>
              <a:t>10/26/2021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09BA8A-EF83-434D-A90E-0805D1104A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CFDDE0-90B9-AD4E-B0EB-E7464FA9CD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17335" y="6141085"/>
            <a:ext cx="813816" cy="365125"/>
          </a:xfrm>
        </p:spPr>
        <p:txBody>
          <a:bodyPr/>
          <a:lstStyle/>
          <a:p>
            <a:fld id="{49ABCAEC-7D34-E549-A96E-FCEDAADBE4B0}" type="slidenum">
              <a:rPr lang="en-US" smtClean="0"/>
              <a:t>‹Nr.›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33A3282-0389-C547-8CA6-7F3E7F27B34D}"/>
              </a:ext>
            </a:extLst>
          </p:cNvPr>
          <p:cNvCxnSpPr>
            <a:cxnSpLocks/>
          </p:cNvCxnSpPr>
          <p:nvPr/>
        </p:nvCxnSpPr>
        <p:spPr>
          <a:xfrm>
            <a:off x="565150" y="6087110"/>
            <a:ext cx="5066001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342298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>
            <a:extLst>
              <a:ext uri="{FF2B5EF4-FFF2-40B4-BE49-F238E27FC236}">
                <a16:creationId xmlns:a16="http://schemas.microsoft.com/office/drawing/2014/main" id="{F0CAFDA3-320A-C24D-A7A1-20C1267EC987}"/>
              </a:ext>
            </a:extLst>
          </p:cNvPr>
          <p:cNvGrpSpPr/>
          <p:nvPr/>
        </p:nvGrpSpPr>
        <p:grpSpPr>
          <a:xfrm>
            <a:off x="8928528" y="0"/>
            <a:ext cx="3263472" cy="6858000"/>
            <a:chOff x="8928528" y="0"/>
            <a:chExt cx="3263472" cy="6858000"/>
          </a:xfrm>
        </p:grpSpPr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D2411669-6E2C-2243-99CD-6BC9D724FA1F}"/>
                </a:ext>
              </a:extLst>
            </p:cNvPr>
            <p:cNvSpPr/>
            <p:nvPr/>
          </p:nvSpPr>
          <p:spPr>
            <a:xfrm>
              <a:off x="8928528" y="806362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C4E0C522-0F40-ED44-A700-F1BCD1CF74F5}"/>
                </a:ext>
              </a:extLst>
            </p:cNvPr>
            <p:cNvSpPr/>
            <p:nvPr/>
          </p:nvSpPr>
          <p:spPr>
            <a:xfrm>
              <a:off x="8928528" y="0"/>
              <a:ext cx="1130724" cy="565573"/>
            </a:xfrm>
            <a:custGeom>
              <a:avLst/>
              <a:gdLst>
                <a:gd name="connsiteX0" fmla="*/ 22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2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B79B4380-CBEC-C341-A10E-5EF9A8597959}"/>
                </a:ext>
              </a:extLst>
            </p:cNvPr>
            <p:cNvSpPr/>
            <p:nvPr/>
          </p:nvSpPr>
          <p:spPr>
            <a:xfrm>
              <a:off x="10291391" y="6292417"/>
              <a:ext cx="1130724" cy="565583"/>
            </a:xfrm>
            <a:custGeom>
              <a:avLst/>
              <a:gdLst>
                <a:gd name="connsiteX0" fmla="*/ 565362 w 1130724"/>
                <a:gd name="connsiteY0" fmla="*/ 0 h 565583"/>
                <a:gd name="connsiteX1" fmla="*/ 1130724 w 1130724"/>
                <a:gd name="connsiteY1" fmla="*/ 565362 h 565583"/>
                <a:gd name="connsiteX2" fmla="*/ 1130702 w 1130724"/>
                <a:gd name="connsiteY2" fmla="*/ 565583 h 565583"/>
                <a:gd name="connsiteX3" fmla="*/ 22 w 1130724"/>
                <a:gd name="connsiteY3" fmla="*/ 565583 h 565583"/>
                <a:gd name="connsiteX4" fmla="*/ 0 w 1130724"/>
                <a:gd name="connsiteY4" fmla="*/ 565362 h 565583"/>
                <a:gd name="connsiteX5" fmla="*/ 565362 w 1130724"/>
                <a:gd name="connsiteY5" fmla="*/ 0 h 5655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83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2" y="565583"/>
                  </a:lnTo>
                  <a:lnTo>
                    <a:pt x="22" y="565583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F04AD70E-5490-4C4E-A05D-D67949C51A74}"/>
                </a:ext>
              </a:extLst>
            </p:cNvPr>
            <p:cNvSpPr/>
            <p:nvPr/>
          </p:nvSpPr>
          <p:spPr>
            <a:xfrm>
              <a:off x="10291392" y="3549390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128A8883-9F24-0047-92B7-45B3D2E7D9C0}"/>
                </a:ext>
              </a:extLst>
            </p:cNvPr>
            <p:cNvSpPr/>
            <p:nvPr/>
          </p:nvSpPr>
          <p:spPr>
            <a:xfrm>
              <a:off x="10291392" y="2177876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AAC3A3BB-FD2C-FB44-9478-FA87EF229D37}"/>
                </a:ext>
              </a:extLst>
            </p:cNvPr>
            <p:cNvSpPr/>
            <p:nvPr/>
          </p:nvSpPr>
          <p:spPr>
            <a:xfrm>
              <a:off x="10291392" y="806363"/>
              <a:ext cx="1130724" cy="113072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BF46B3B1-E981-BB40-B916-51A6D3851969}"/>
                </a:ext>
              </a:extLst>
            </p:cNvPr>
            <p:cNvSpPr/>
            <p:nvPr/>
          </p:nvSpPr>
          <p:spPr>
            <a:xfrm>
              <a:off x="10291392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EA7DAE92-7D6B-B042-83BE-047C8EC322A0}"/>
                </a:ext>
              </a:extLst>
            </p:cNvPr>
            <p:cNvSpPr/>
            <p:nvPr/>
          </p:nvSpPr>
          <p:spPr>
            <a:xfrm>
              <a:off x="11654256" y="6295201"/>
              <a:ext cx="537744" cy="562799"/>
            </a:xfrm>
            <a:custGeom>
              <a:avLst/>
              <a:gdLst>
                <a:gd name="connsiteX0" fmla="*/ 537744 w 537744"/>
                <a:gd name="connsiteY0" fmla="*/ 0 h 562799"/>
                <a:gd name="connsiteX1" fmla="*/ 537744 w 537744"/>
                <a:gd name="connsiteY1" fmla="*/ 562799 h 562799"/>
                <a:gd name="connsiteX2" fmla="*/ 22 w 537744"/>
                <a:gd name="connsiteY2" fmla="*/ 562799 h 562799"/>
                <a:gd name="connsiteX3" fmla="*/ 0 w 537744"/>
                <a:gd name="connsiteY3" fmla="*/ 562578 h 562799"/>
                <a:gd name="connsiteX4" fmla="*/ 451422 w 537744"/>
                <a:gd name="connsiteY4" fmla="*/ 8702 h 562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562799">
                  <a:moveTo>
                    <a:pt x="537744" y="0"/>
                  </a:moveTo>
                  <a:lnTo>
                    <a:pt x="537744" y="562799"/>
                  </a:lnTo>
                  <a:lnTo>
                    <a:pt x="22" y="562799"/>
                  </a:lnTo>
                  <a:lnTo>
                    <a:pt x="0" y="562578"/>
                  </a:ln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06AADCE6-4277-EA49-AF23-63B53CA6772A}"/>
                </a:ext>
              </a:extLst>
            </p:cNvPr>
            <p:cNvSpPr/>
            <p:nvPr/>
          </p:nvSpPr>
          <p:spPr>
            <a:xfrm>
              <a:off x="11654256" y="4923687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2" name="Freeform 31">
              <a:extLst>
                <a:ext uri="{FF2B5EF4-FFF2-40B4-BE49-F238E27FC236}">
                  <a16:creationId xmlns:a16="http://schemas.microsoft.com/office/drawing/2014/main" id="{58CEA343-047B-DF4E-A7A8-881C7740EA36}"/>
                </a:ext>
              </a:extLst>
            </p:cNvPr>
            <p:cNvSpPr/>
            <p:nvPr/>
          </p:nvSpPr>
          <p:spPr>
            <a:xfrm>
              <a:off x="11654256" y="3552173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3" name="Freeform 32">
              <a:extLst>
                <a:ext uri="{FF2B5EF4-FFF2-40B4-BE49-F238E27FC236}">
                  <a16:creationId xmlns:a16="http://schemas.microsoft.com/office/drawing/2014/main" id="{FCCBAA07-17CE-2740-AA04-AEDA5EAD2796}"/>
                </a:ext>
              </a:extLst>
            </p:cNvPr>
            <p:cNvSpPr/>
            <p:nvPr/>
          </p:nvSpPr>
          <p:spPr>
            <a:xfrm>
              <a:off x="11654256" y="2180659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4" name="Freeform 33">
              <a:extLst>
                <a:ext uri="{FF2B5EF4-FFF2-40B4-BE49-F238E27FC236}">
                  <a16:creationId xmlns:a16="http://schemas.microsoft.com/office/drawing/2014/main" id="{BF15C430-7951-6040-BD4C-4E996E94480E}"/>
                </a:ext>
              </a:extLst>
            </p:cNvPr>
            <p:cNvSpPr/>
            <p:nvPr/>
          </p:nvSpPr>
          <p:spPr>
            <a:xfrm>
              <a:off x="11654256" y="809146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5" name="Freeform 34">
              <a:extLst>
                <a:ext uri="{FF2B5EF4-FFF2-40B4-BE49-F238E27FC236}">
                  <a16:creationId xmlns:a16="http://schemas.microsoft.com/office/drawing/2014/main" id="{0B3467F9-370D-5C4C-9EDE-E0CA0E401568}"/>
                </a:ext>
              </a:extLst>
            </p:cNvPr>
            <p:cNvSpPr/>
            <p:nvPr/>
          </p:nvSpPr>
          <p:spPr>
            <a:xfrm>
              <a:off x="11654256" y="0"/>
              <a:ext cx="537744" cy="562788"/>
            </a:xfrm>
            <a:custGeom>
              <a:avLst/>
              <a:gdLst>
                <a:gd name="connsiteX0" fmla="*/ 21 w 537744"/>
                <a:gd name="connsiteY0" fmla="*/ 0 h 562788"/>
                <a:gd name="connsiteX1" fmla="*/ 537744 w 537744"/>
                <a:gd name="connsiteY1" fmla="*/ 0 h 562788"/>
                <a:gd name="connsiteX2" fmla="*/ 537744 w 537744"/>
                <a:gd name="connsiteY2" fmla="*/ 562788 h 562788"/>
                <a:gd name="connsiteX3" fmla="*/ 451422 w 537744"/>
                <a:gd name="connsiteY3" fmla="*/ 554086 h 562788"/>
                <a:gd name="connsiteX4" fmla="*/ 0 w 537744"/>
                <a:gd name="connsiteY4" fmla="*/ 211 h 5627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562788">
                  <a:moveTo>
                    <a:pt x="21" y="0"/>
                  </a:moveTo>
                  <a:lnTo>
                    <a:pt x="537744" y="0"/>
                  </a:lnTo>
                  <a:lnTo>
                    <a:pt x="537744" y="562788"/>
                  </a:lnTo>
                  <a:lnTo>
                    <a:pt x="451422" y="554086"/>
                  </a:lnTo>
                  <a:cubicBezTo>
                    <a:pt x="193796" y="501368"/>
                    <a:pt x="0" y="273421"/>
                    <a:pt x="0" y="21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652A1E4-52BA-534C-AECC-35C3CF44F8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315675-65B4-E14F-9785-663A83B7B6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676A1E-2332-684F-BDD2-687C166BDE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10/26/2021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BB8CB0-B7BE-7D4F-B254-8A2F8AEC27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E5A569-A063-8E40-B703-82B11D2A98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7169" y="6141085"/>
            <a:ext cx="813816" cy="365125"/>
          </a:xfrm>
        </p:spPr>
        <p:txBody>
          <a:bodyPr/>
          <a:lstStyle/>
          <a:p>
            <a:fld id="{49ABCAEC-7D34-E549-A96E-FCEDAADBE4B0}" type="slidenum">
              <a:rPr lang="en-US" smtClean="0"/>
              <a:t>‹Nr.›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231D73A-BA91-794F-8C09-4F4B41A6D08B}"/>
              </a:ext>
            </a:extLst>
          </p:cNvPr>
          <p:cNvCxnSpPr>
            <a:cxnSpLocks/>
          </p:cNvCxnSpPr>
          <p:nvPr/>
        </p:nvCxnSpPr>
        <p:spPr>
          <a:xfrm>
            <a:off x="565150" y="6087110"/>
            <a:ext cx="7335835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861063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roup 38">
            <a:extLst>
              <a:ext uri="{FF2B5EF4-FFF2-40B4-BE49-F238E27FC236}">
                <a16:creationId xmlns:a16="http://schemas.microsoft.com/office/drawing/2014/main" id="{3ABDDED5-B489-454D-A72D-46C9473AB018}"/>
              </a:ext>
            </a:extLst>
          </p:cNvPr>
          <p:cNvGrpSpPr/>
          <p:nvPr/>
        </p:nvGrpSpPr>
        <p:grpSpPr>
          <a:xfrm>
            <a:off x="6201388" y="0"/>
            <a:ext cx="5990612" cy="6858001"/>
            <a:chOff x="6201388" y="0"/>
            <a:chExt cx="5990612" cy="6858001"/>
          </a:xfrm>
        </p:grpSpPr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E6338A9A-49A1-B04D-B479-43604A5CD6D5}"/>
                </a:ext>
              </a:extLst>
            </p:cNvPr>
            <p:cNvSpPr/>
            <p:nvPr/>
          </p:nvSpPr>
          <p:spPr>
            <a:xfrm>
              <a:off x="6201388" y="354939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Freeform 40">
              <a:extLst>
                <a:ext uri="{FF2B5EF4-FFF2-40B4-BE49-F238E27FC236}">
                  <a16:creationId xmlns:a16="http://schemas.microsoft.com/office/drawing/2014/main" id="{3151B6D8-101B-F34D-992A-1668DB5D0067}"/>
                </a:ext>
              </a:extLst>
            </p:cNvPr>
            <p:cNvSpPr/>
            <p:nvPr/>
          </p:nvSpPr>
          <p:spPr>
            <a:xfrm>
              <a:off x="6201389" y="1"/>
              <a:ext cx="1130725" cy="565575"/>
            </a:xfrm>
            <a:custGeom>
              <a:avLst/>
              <a:gdLst>
                <a:gd name="connsiteX0" fmla="*/ 21 w 1130725"/>
                <a:gd name="connsiteY0" fmla="*/ 0 h 565575"/>
                <a:gd name="connsiteX1" fmla="*/ 1130704 w 1130725"/>
                <a:gd name="connsiteY1" fmla="*/ 0 h 565575"/>
                <a:gd name="connsiteX2" fmla="*/ 1130725 w 1130725"/>
                <a:gd name="connsiteY2" fmla="*/ 213 h 565575"/>
                <a:gd name="connsiteX3" fmla="*/ 565362 w 1130725"/>
                <a:gd name="connsiteY3" fmla="*/ 565575 h 565575"/>
                <a:gd name="connsiteX4" fmla="*/ 0 w 1130725"/>
                <a:gd name="connsiteY4" fmla="*/ 213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5" h="565575">
                  <a:moveTo>
                    <a:pt x="21" y="0"/>
                  </a:moveTo>
                  <a:lnTo>
                    <a:pt x="1130704" y="0"/>
                  </a:lnTo>
                  <a:lnTo>
                    <a:pt x="1130725" y="213"/>
                  </a:lnTo>
                  <a:cubicBezTo>
                    <a:pt x="1130725" y="312454"/>
                    <a:pt x="877604" y="565575"/>
                    <a:pt x="565362" y="565575"/>
                  </a:cubicBezTo>
                  <a:cubicBezTo>
                    <a:pt x="253121" y="565575"/>
                    <a:pt x="0" y="312454"/>
                    <a:pt x="0" y="21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2" name="Freeform 41">
              <a:extLst>
                <a:ext uri="{FF2B5EF4-FFF2-40B4-BE49-F238E27FC236}">
                  <a16:creationId xmlns:a16="http://schemas.microsoft.com/office/drawing/2014/main" id="{21D4DE71-EB1A-E74C-9364-5FEC5377F4EF}"/>
                </a:ext>
              </a:extLst>
            </p:cNvPr>
            <p:cNvSpPr/>
            <p:nvPr/>
          </p:nvSpPr>
          <p:spPr>
            <a:xfrm>
              <a:off x="7564255" y="6292426"/>
              <a:ext cx="1130723" cy="565575"/>
            </a:xfrm>
            <a:custGeom>
              <a:avLst/>
              <a:gdLst>
                <a:gd name="connsiteX0" fmla="*/ 565362 w 1130723"/>
                <a:gd name="connsiteY0" fmla="*/ 0 h 565575"/>
                <a:gd name="connsiteX1" fmla="*/ 1130723 w 1130723"/>
                <a:gd name="connsiteY1" fmla="*/ 565362 h 565575"/>
                <a:gd name="connsiteX2" fmla="*/ 1130702 w 1130723"/>
                <a:gd name="connsiteY2" fmla="*/ 565575 h 565575"/>
                <a:gd name="connsiteX3" fmla="*/ 21 w 1130723"/>
                <a:gd name="connsiteY3" fmla="*/ 565575 h 565575"/>
                <a:gd name="connsiteX4" fmla="*/ 0 w 1130723"/>
                <a:gd name="connsiteY4" fmla="*/ 565362 h 565575"/>
                <a:gd name="connsiteX5" fmla="*/ 565362 w 1130723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3" h="565575">
                  <a:moveTo>
                    <a:pt x="565362" y="0"/>
                  </a:moveTo>
                  <a:cubicBezTo>
                    <a:pt x="877602" y="0"/>
                    <a:pt x="1130723" y="253121"/>
                    <a:pt x="1130723" y="565362"/>
                  </a:cubicBezTo>
                  <a:lnTo>
                    <a:pt x="1130702" y="565575"/>
                  </a:lnTo>
                  <a:lnTo>
                    <a:pt x="21" y="565575"/>
                  </a:lnTo>
                  <a:lnTo>
                    <a:pt x="0" y="565362"/>
                  </a:lnTo>
                  <a:cubicBezTo>
                    <a:pt x="0" y="253121"/>
                    <a:pt x="253120" y="0"/>
                    <a:pt x="565362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BD99A5CD-9D3A-DA46-AD96-34B9DB522051}"/>
                </a:ext>
              </a:extLst>
            </p:cNvPr>
            <p:cNvSpPr/>
            <p:nvPr/>
          </p:nvSpPr>
          <p:spPr>
            <a:xfrm>
              <a:off x="7564253" y="354939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E6537DF9-74F2-924C-9B63-22B100C80C92}"/>
                </a:ext>
              </a:extLst>
            </p:cNvPr>
            <p:cNvSpPr/>
            <p:nvPr/>
          </p:nvSpPr>
          <p:spPr>
            <a:xfrm>
              <a:off x="7564253" y="2177881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D7655457-8E4D-F34C-A595-66A45E9C3A1F}"/>
                </a:ext>
              </a:extLst>
            </p:cNvPr>
            <p:cNvSpPr/>
            <p:nvPr/>
          </p:nvSpPr>
          <p:spPr>
            <a:xfrm>
              <a:off x="7564253" y="806366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Freeform 45">
              <a:extLst>
                <a:ext uri="{FF2B5EF4-FFF2-40B4-BE49-F238E27FC236}">
                  <a16:creationId xmlns:a16="http://schemas.microsoft.com/office/drawing/2014/main" id="{FB0E8D2C-8947-E44C-BC5F-F81B083DAA3E}"/>
                </a:ext>
              </a:extLst>
            </p:cNvPr>
            <p:cNvSpPr/>
            <p:nvPr/>
          </p:nvSpPr>
          <p:spPr>
            <a:xfrm>
              <a:off x="7564254" y="1"/>
              <a:ext cx="1130725" cy="565575"/>
            </a:xfrm>
            <a:custGeom>
              <a:avLst/>
              <a:gdLst>
                <a:gd name="connsiteX0" fmla="*/ 21 w 1130725"/>
                <a:gd name="connsiteY0" fmla="*/ 0 h 565575"/>
                <a:gd name="connsiteX1" fmla="*/ 1130704 w 1130725"/>
                <a:gd name="connsiteY1" fmla="*/ 0 h 565575"/>
                <a:gd name="connsiteX2" fmla="*/ 1130725 w 1130725"/>
                <a:gd name="connsiteY2" fmla="*/ 213 h 565575"/>
                <a:gd name="connsiteX3" fmla="*/ 565363 w 1130725"/>
                <a:gd name="connsiteY3" fmla="*/ 565575 h 565575"/>
                <a:gd name="connsiteX4" fmla="*/ 0 w 1130725"/>
                <a:gd name="connsiteY4" fmla="*/ 213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5" h="565575">
                  <a:moveTo>
                    <a:pt x="21" y="0"/>
                  </a:moveTo>
                  <a:lnTo>
                    <a:pt x="1130704" y="0"/>
                  </a:lnTo>
                  <a:lnTo>
                    <a:pt x="1130725" y="213"/>
                  </a:lnTo>
                  <a:cubicBezTo>
                    <a:pt x="1130725" y="312454"/>
                    <a:pt x="877603" y="565575"/>
                    <a:pt x="565363" y="565575"/>
                  </a:cubicBezTo>
                  <a:cubicBezTo>
                    <a:pt x="253121" y="565575"/>
                    <a:pt x="0" y="312454"/>
                    <a:pt x="0" y="21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7" name="Freeform 46">
              <a:extLst>
                <a:ext uri="{FF2B5EF4-FFF2-40B4-BE49-F238E27FC236}">
                  <a16:creationId xmlns:a16="http://schemas.microsoft.com/office/drawing/2014/main" id="{ED57F45D-85B8-AC49-A2BA-E941F1BE7F15}"/>
                </a:ext>
              </a:extLst>
            </p:cNvPr>
            <p:cNvSpPr/>
            <p:nvPr/>
          </p:nvSpPr>
          <p:spPr>
            <a:xfrm>
              <a:off x="8927118" y="6292426"/>
              <a:ext cx="1130724" cy="565575"/>
            </a:xfrm>
            <a:custGeom>
              <a:avLst/>
              <a:gdLst>
                <a:gd name="connsiteX0" fmla="*/ 565362 w 1130724"/>
                <a:gd name="connsiteY0" fmla="*/ 0 h 565575"/>
                <a:gd name="connsiteX1" fmla="*/ 1130724 w 1130724"/>
                <a:gd name="connsiteY1" fmla="*/ 565362 h 565575"/>
                <a:gd name="connsiteX2" fmla="*/ 1130703 w 1130724"/>
                <a:gd name="connsiteY2" fmla="*/ 565575 h 565575"/>
                <a:gd name="connsiteX3" fmla="*/ 22 w 1130724"/>
                <a:gd name="connsiteY3" fmla="*/ 565575 h 565575"/>
                <a:gd name="connsiteX4" fmla="*/ 0 w 1130724"/>
                <a:gd name="connsiteY4" fmla="*/ 565362 h 565575"/>
                <a:gd name="connsiteX5" fmla="*/ 565362 w 1130724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75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3" y="565575"/>
                  </a:lnTo>
                  <a:lnTo>
                    <a:pt x="22" y="565575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DA576359-CAE3-634C-8DF8-A834BCD7D668}"/>
                </a:ext>
              </a:extLst>
            </p:cNvPr>
            <p:cNvSpPr/>
            <p:nvPr/>
          </p:nvSpPr>
          <p:spPr>
            <a:xfrm>
              <a:off x="8927118" y="4920911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16343F35-6601-BD4A-B9A5-25361D0453D2}"/>
                </a:ext>
              </a:extLst>
            </p:cNvPr>
            <p:cNvSpPr/>
            <p:nvPr/>
          </p:nvSpPr>
          <p:spPr>
            <a:xfrm>
              <a:off x="8927118" y="3549396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5ED1C169-DCD9-9C4B-91B1-519621155A64}"/>
                </a:ext>
              </a:extLst>
            </p:cNvPr>
            <p:cNvSpPr/>
            <p:nvPr/>
          </p:nvSpPr>
          <p:spPr>
            <a:xfrm>
              <a:off x="8927118" y="2177881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32328AC7-E0BC-0E46-A25B-11D523EC8100}"/>
                </a:ext>
              </a:extLst>
            </p:cNvPr>
            <p:cNvSpPr/>
            <p:nvPr/>
          </p:nvSpPr>
          <p:spPr>
            <a:xfrm>
              <a:off x="8927118" y="80636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Freeform 51">
              <a:extLst>
                <a:ext uri="{FF2B5EF4-FFF2-40B4-BE49-F238E27FC236}">
                  <a16:creationId xmlns:a16="http://schemas.microsoft.com/office/drawing/2014/main" id="{32BBE02A-588F-6C4D-B310-694098C6A340}"/>
                </a:ext>
              </a:extLst>
            </p:cNvPr>
            <p:cNvSpPr/>
            <p:nvPr/>
          </p:nvSpPr>
          <p:spPr>
            <a:xfrm>
              <a:off x="8927117" y="0"/>
              <a:ext cx="1130726" cy="565576"/>
            </a:xfrm>
            <a:custGeom>
              <a:avLst/>
              <a:gdLst>
                <a:gd name="connsiteX0" fmla="*/ 22 w 1130726"/>
                <a:gd name="connsiteY0" fmla="*/ 0 h 565576"/>
                <a:gd name="connsiteX1" fmla="*/ 1130704 w 1130726"/>
                <a:gd name="connsiteY1" fmla="*/ 0 h 565576"/>
                <a:gd name="connsiteX2" fmla="*/ 1130726 w 1130726"/>
                <a:gd name="connsiteY2" fmla="*/ 214 h 565576"/>
                <a:gd name="connsiteX3" fmla="*/ 565363 w 1130726"/>
                <a:gd name="connsiteY3" fmla="*/ 565576 h 565576"/>
                <a:gd name="connsiteX4" fmla="*/ 0 w 1130726"/>
                <a:gd name="connsiteY4" fmla="*/ 214 h 565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6" h="565576">
                  <a:moveTo>
                    <a:pt x="22" y="0"/>
                  </a:moveTo>
                  <a:lnTo>
                    <a:pt x="1130704" y="0"/>
                  </a:lnTo>
                  <a:lnTo>
                    <a:pt x="1130726" y="214"/>
                  </a:lnTo>
                  <a:cubicBezTo>
                    <a:pt x="1130726" y="312455"/>
                    <a:pt x="877604" y="565576"/>
                    <a:pt x="565363" y="565576"/>
                  </a:cubicBezTo>
                  <a:cubicBezTo>
                    <a:pt x="253122" y="565576"/>
                    <a:pt x="0" y="312455"/>
                    <a:pt x="0" y="2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3" name="Freeform 52">
              <a:extLst>
                <a:ext uri="{FF2B5EF4-FFF2-40B4-BE49-F238E27FC236}">
                  <a16:creationId xmlns:a16="http://schemas.microsoft.com/office/drawing/2014/main" id="{6751D5A0-C90A-0A44-8654-CFE1B719B353}"/>
                </a:ext>
              </a:extLst>
            </p:cNvPr>
            <p:cNvSpPr/>
            <p:nvPr/>
          </p:nvSpPr>
          <p:spPr>
            <a:xfrm>
              <a:off x="10289984" y="6292426"/>
              <a:ext cx="1130724" cy="565575"/>
            </a:xfrm>
            <a:custGeom>
              <a:avLst/>
              <a:gdLst>
                <a:gd name="connsiteX0" fmla="*/ 565362 w 1130724"/>
                <a:gd name="connsiteY0" fmla="*/ 0 h 565575"/>
                <a:gd name="connsiteX1" fmla="*/ 1130724 w 1130724"/>
                <a:gd name="connsiteY1" fmla="*/ 565362 h 565575"/>
                <a:gd name="connsiteX2" fmla="*/ 1130703 w 1130724"/>
                <a:gd name="connsiteY2" fmla="*/ 565575 h 565575"/>
                <a:gd name="connsiteX3" fmla="*/ 21 w 1130724"/>
                <a:gd name="connsiteY3" fmla="*/ 565575 h 565575"/>
                <a:gd name="connsiteX4" fmla="*/ 0 w 1130724"/>
                <a:gd name="connsiteY4" fmla="*/ 565362 h 565575"/>
                <a:gd name="connsiteX5" fmla="*/ 565362 w 1130724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75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3" y="565575"/>
                  </a:lnTo>
                  <a:lnTo>
                    <a:pt x="21" y="565575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0F0FA086-0D80-B74A-9B37-5EACDE30D61F}"/>
                </a:ext>
              </a:extLst>
            </p:cNvPr>
            <p:cNvSpPr/>
            <p:nvPr/>
          </p:nvSpPr>
          <p:spPr>
            <a:xfrm>
              <a:off x="10289984" y="4920911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7022E302-2A55-8844-A50B-DC16D075E16B}"/>
                </a:ext>
              </a:extLst>
            </p:cNvPr>
            <p:cNvSpPr/>
            <p:nvPr/>
          </p:nvSpPr>
          <p:spPr>
            <a:xfrm>
              <a:off x="10289984" y="354939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F4B325F5-A048-2843-A40B-3B2B31ECED76}"/>
                </a:ext>
              </a:extLst>
            </p:cNvPr>
            <p:cNvSpPr/>
            <p:nvPr/>
          </p:nvSpPr>
          <p:spPr>
            <a:xfrm>
              <a:off x="10289984" y="80636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Freeform 56">
              <a:extLst>
                <a:ext uri="{FF2B5EF4-FFF2-40B4-BE49-F238E27FC236}">
                  <a16:creationId xmlns:a16="http://schemas.microsoft.com/office/drawing/2014/main" id="{7707B616-7E85-5442-B46B-AF9426A7A0E9}"/>
                </a:ext>
              </a:extLst>
            </p:cNvPr>
            <p:cNvSpPr/>
            <p:nvPr/>
          </p:nvSpPr>
          <p:spPr>
            <a:xfrm>
              <a:off x="10289983" y="0"/>
              <a:ext cx="1130726" cy="565576"/>
            </a:xfrm>
            <a:custGeom>
              <a:avLst/>
              <a:gdLst>
                <a:gd name="connsiteX0" fmla="*/ 21 w 1130726"/>
                <a:gd name="connsiteY0" fmla="*/ 0 h 565576"/>
                <a:gd name="connsiteX1" fmla="*/ 1130704 w 1130726"/>
                <a:gd name="connsiteY1" fmla="*/ 0 h 565576"/>
                <a:gd name="connsiteX2" fmla="*/ 1130726 w 1130726"/>
                <a:gd name="connsiteY2" fmla="*/ 214 h 565576"/>
                <a:gd name="connsiteX3" fmla="*/ 565363 w 1130726"/>
                <a:gd name="connsiteY3" fmla="*/ 565576 h 565576"/>
                <a:gd name="connsiteX4" fmla="*/ 0 w 1130726"/>
                <a:gd name="connsiteY4" fmla="*/ 214 h 565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6" h="565576">
                  <a:moveTo>
                    <a:pt x="21" y="0"/>
                  </a:moveTo>
                  <a:lnTo>
                    <a:pt x="1130704" y="0"/>
                  </a:lnTo>
                  <a:lnTo>
                    <a:pt x="1130726" y="214"/>
                  </a:lnTo>
                  <a:cubicBezTo>
                    <a:pt x="1130726" y="312455"/>
                    <a:pt x="877604" y="565576"/>
                    <a:pt x="565363" y="565576"/>
                  </a:cubicBezTo>
                  <a:cubicBezTo>
                    <a:pt x="253122" y="565576"/>
                    <a:pt x="0" y="312455"/>
                    <a:pt x="0" y="21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8" name="Freeform 57">
              <a:extLst>
                <a:ext uri="{FF2B5EF4-FFF2-40B4-BE49-F238E27FC236}">
                  <a16:creationId xmlns:a16="http://schemas.microsoft.com/office/drawing/2014/main" id="{08914A00-D181-5847-A150-77CE67F94369}"/>
                </a:ext>
              </a:extLst>
            </p:cNvPr>
            <p:cNvSpPr/>
            <p:nvPr/>
          </p:nvSpPr>
          <p:spPr>
            <a:xfrm>
              <a:off x="11652854" y="6295069"/>
              <a:ext cx="539146" cy="562931"/>
            </a:xfrm>
            <a:custGeom>
              <a:avLst/>
              <a:gdLst>
                <a:gd name="connsiteX0" fmla="*/ 539146 w 539146"/>
                <a:gd name="connsiteY0" fmla="*/ 0 h 562931"/>
                <a:gd name="connsiteX1" fmla="*/ 539146 w 539146"/>
                <a:gd name="connsiteY1" fmla="*/ 562931 h 562931"/>
                <a:gd name="connsiteX2" fmla="*/ 21 w 539146"/>
                <a:gd name="connsiteY2" fmla="*/ 562931 h 562931"/>
                <a:gd name="connsiteX3" fmla="*/ 0 w 539146"/>
                <a:gd name="connsiteY3" fmla="*/ 562719 h 562931"/>
                <a:gd name="connsiteX4" fmla="*/ 451422 w 539146"/>
                <a:gd name="connsiteY4" fmla="*/ 8843 h 5629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6" h="562931">
                  <a:moveTo>
                    <a:pt x="539146" y="0"/>
                  </a:moveTo>
                  <a:lnTo>
                    <a:pt x="539146" y="562931"/>
                  </a:lnTo>
                  <a:lnTo>
                    <a:pt x="21" y="562931"/>
                  </a:lnTo>
                  <a:lnTo>
                    <a:pt x="0" y="562719"/>
                  </a:lnTo>
                  <a:cubicBezTo>
                    <a:pt x="0" y="289508"/>
                    <a:pt x="193796" y="61561"/>
                    <a:pt x="451422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9" name="Freeform 58">
              <a:extLst>
                <a:ext uri="{FF2B5EF4-FFF2-40B4-BE49-F238E27FC236}">
                  <a16:creationId xmlns:a16="http://schemas.microsoft.com/office/drawing/2014/main" id="{DAF2D976-5F49-2848-B465-C85708A6D706}"/>
                </a:ext>
              </a:extLst>
            </p:cNvPr>
            <p:cNvSpPr/>
            <p:nvPr/>
          </p:nvSpPr>
          <p:spPr>
            <a:xfrm>
              <a:off x="11652853" y="4923555"/>
              <a:ext cx="539147" cy="1125439"/>
            </a:xfrm>
            <a:custGeom>
              <a:avLst/>
              <a:gdLst>
                <a:gd name="connsiteX0" fmla="*/ 539147 w 539147"/>
                <a:gd name="connsiteY0" fmla="*/ 0 h 1125439"/>
                <a:gd name="connsiteX1" fmla="*/ 539147 w 539147"/>
                <a:gd name="connsiteY1" fmla="*/ 1125439 h 1125439"/>
                <a:gd name="connsiteX2" fmla="*/ 451423 w 539147"/>
                <a:gd name="connsiteY2" fmla="*/ 1116595 h 1125439"/>
                <a:gd name="connsiteX3" fmla="*/ 0 w 539147"/>
                <a:gd name="connsiteY3" fmla="*/ 562719 h 1125439"/>
                <a:gd name="connsiteX4" fmla="*/ 451423 w 539147"/>
                <a:gd name="connsiteY4" fmla="*/ 8843 h 112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9">
                  <a:moveTo>
                    <a:pt x="539147" y="0"/>
                  </a:moveTo>
                  <a:lnTo>
                    <a:pt x="539147" y="1125439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0" name="Freeform 59">
              <a:extLst>
                <a:ext uri="{FF2B5EF4-FFF2-40B4-BE49-F238E27FC236}">
                  <a16:creationId xmlns:a16="http://schemas.microsoft.com/office/drawing/2014/main" id="{5E333474-B850-354C-A2E2-01735C948D47}"/>
                </a:ext>
              </a:extLst>
            </p:cNvPr>
            <p:cNvSpPr/>
            <p:nvPr/>
          </p:nvSpPr>
          <p:spPr>
            <a:xfrm>
              <a:off x="11652853" y="3552039"/>
              <a:ext cx="539147" cy="1125438"/>
            </a:xfrm>
            <a:custGeom>
              <a:avLst/>
              <a:gdLst>
                <a:gd name="connsiteX0" fmla="*/ 539147 w 539147"/>
                <a:gd name="connsiteY0" fmla="*/ 0 h 1125438"/>
                <a:gd name="connsiteX1" fmla="*/ 539147 w 539147"/>
                <a:gd name="connsiteY1" fmla="*/ 1125438 h 1125438"/>
                <a:gd name="connsiteX2" fmla="*/ 451423 w 539147"/>
                <a:gd name="connsiteY2" fmla="*/ 1116595 h 1125438"/>
                <a:gd name="connsiteX3" fmla="*/ 0 w 539147"/>
                <a:gd name="connsiteY3" fmla="*/ 562719 h 1125438"/>
                <a:gd name="connsiteX4" fmla="*/ 451423 w 539147"/>
                <a:gd name="connsiteY4" fmla="*/ 8843 h 1125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8">
                  <a:moveTo>
                    <a:pt x="539147" y="0"/>
                  </a:moveTo>
                  <a:lnTo>
                    <a:pt x="539147" y="1125438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1" name="Freeform 60">
              <a:extLst>
                <a:ext uri="{FF2B5EF4-FFF2-40B4-BE49-F238E27FC236}">
                  <a16:creationId xmlns:a16="http://schemas.microsoft.com/office/drawing/2014/main" id="{BC25646C-71B3-4A44-A4FE-C3CABE5580BB}"/>
                </a:ext>
              </a:extLst>
            </p:cNvPr>
            <p:cNvSpPr/>
            <p:nvPr/>
          </p:nvSpPr>
          <p:spPr>
            <a:xfrm>
              <a:off x="11652853" y="2180524"/>
              <a:ext cx="539147" cy="1125438"/>
            </a:xfrm>
            <a:custGeom>
              <a:avLst/>
              <a:gdLst>
                <a:gd name="connsiteX0" fmla="*/ 539147 w 539147"/>
                <a:gd name="connsiteY0" fmla="*/ 0 h 1125438"/>
                <a:gd name="connsiteX1" fmla="*/ 539147 w 539147"/>
                <a:gd name="connsiteY1" fmla="*/ 1125438 h 1125438"/>
                <a:gd name="connsiteX2" fmla="*/ 451423 w 539147"/>
                <a:gd name="connsiteY2" fmla="*/ 1116595 h 1125438"/>
                <a:gd name="connsiteX3" fmla="*/ 0 w 539147"/>
                <a:gd name="connsiteY3" fmla="*/ 562719 h 1125438"/>
                <a:gd name="connsiteX4" fmla="*/ 451423 w 539147"/>
                <a:gd name="connsiteY4" fmla="*/ 8843 h 1125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8">
                  <a:moveTo>
                    <a:pt x="539147" y="0"/>
                  </a:moveTo>
                  <a:lnTo>
                    <a:pt x="539147" y="1125438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9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2" name="Freeform 61">
              <a:extLst>
                <a:ext uri="{FF2B5EF4-FFF2-40B4-BE49-F238E27FC236}">
                  <a16:creationId xmlns:a16="http://schemas.microsoft.com/office/drawing/2014/main" id="{B598CFE9-67EE-E342-9EF7-F40A1E0BE59E}"/>
                </a:ext>
              </a:extLst>
            </p:cNvPr>
            <p:cNvSpPr/>
            <p:nvPr/>
          </p:nvSpPr>
          <p:spPr>
            <a:xfrm>
              <a:off x="11652853" y="809010"/>
              <a:ext cx="539147" cy="1125439"/>
            </a:xfrm>
            <a:custGeom>
              <a:avLst/>
              <a:gdLst>
                <a:gd name="connsiteX0" fmla="*/ 539147 w 539147"/>
                <a:gd name="connsiteY0" fmla="*/ 0 h 1125439"/>
                <a:gd name="connsiteX1" fmla="*/ 539147 w 539147"/>
                <a:gd name="connsiteY1" fmla="*/ 1125439 h 1125439"/>
                <a:gd name="connsiteX2" fmla="*/ 451423 w 539147"/>
                <a:gd name="connsiteY2" fmla="*/ 1116595 h 1125439"/>
                <a:gd name="connsiteX3" fmla="*/ 0 w 539147"/>
                <a:gd name="connsiteY3" fmla="*/ 562719 h 1125439"/>
                <a:gd name="connsiteX4" fmla="*/ 451423 w 539147"/>
                <a:gd name="connsiteY4" fmla="*/ 8843 h 112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9">
                  <a:moveTo>
                    <a:pt x="539147" y="0"/>
                  </a:moveTo>
                  <a:lnTo>
                    <a:pt x="539147" y="1125439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3" name="Freeform 62">
              <a:extLst>
                <a:ext uri="{FF2B5EF4-FFF2-40B4-BE49-F238E27FC236}">
                  <a16:creationId xmlns:a16="http://schemas.microsoft.com/office/drawing/2014/main" id="{1E29AD13-94FE-1349-A28E-10F6E780F510}"/>
                </a:ext>
              </a:extLst>
            </p:cNvPr>
            <p:cNvSpPr/>
            <p:nvPr/>
          </p:nvSpPr>
          <p:spPr>
            <a:xfrm>
              <a:off x="11652853" y="1"/>
              <a:ext cx="539147" cy="562933"/>
            </a:xfrm>
            <a:custGeom>
              <a:avLst/>
              <a:gdLst>
                <a:gd name="connsiteX0" fmla="*/ 22 w 539147"/>
                <a:gd name="connsiteY0" fmla="*/ 0 h 562933"/>
                <a:gd name="connsiteX1" fmla="*/ 539147 w 539147"/>
                <a:gd name="connsiteY1" fmla="*/ 0 h 562933"/>
                <a:gd name="connsiteX2" fmla="*/ 539147 w 539147"/>
                <a:gd name="connsiteY2" fmla="*/ 562933 h 562933"/>
                <a:gd name="connsiteX3" fmla="*/ 451423 w 539147"/>
                <a:gd name="connsiteY3" fmla="*/ 554090 h 562933"/>
                <a:gd name="connsiteX4" fmla="*/ 0 w 539147"/>
                <a:gd name="connsiteY4" fmla="*/ 214 h 5629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562933">
                  <a:moveTo>
                    <a:pt x="22" y="0"/>
                  </a:moveTo>
                  <a:lnTo>
                    <a:pt x="539147" y="0"/>
                  </a:lnTo>
                  <a:lnTo>
                    <a:pt x="539147" y="562933"/>
                  </a:lnTo>
                  <a:lnTo>
                    <a:pt x="451423" y="554090"/>
                  </a:lnTo>
                  <a:cubicBezTo>
                    <a:pt x="193797" y="501372"/>
                    <a:pt x="0" y="273425"/>
                    <a:pt x="0" y="21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650648E-B4D5-4145-84E7-46B5793EA6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50" y="768351"/>
            <a:ext cx="5066001" cy="2334768"/>
          </a:xfrm>
        </p:spPr>
        <p:txBody>
          <a:bodyPr anchor="t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3B92A6-7558-3148-B855-5BC58B4159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5150" y="4255453"/>
            <a:ext cx="5066001" cy="1500187"/>
          </a:xfrm>
        </p:spPr>
        <p:txBody>
          <a:bodyPr anchor="b"/>
          <a:lstStyle>
            <a:lvl1pPr marL="0" indent="0">
              <a:buNone/>
              <a:defRPr sz="2400">
                <a:solidFill>
                  <a:schemeClr val="bg1">
                    <a:lumMod val="6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A0B541-D211-974B-97FE-C1F9473ABE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10/26/2021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727FB0-D95A-D543-8E29-6E5F22B49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9C4404-F49D-9F48-A10B-1F60870B44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17335" y="6141085"/>
            <a:ext cx="813816" cy="365125"/>
          </a:xfrm>
        </p:spPr>
        <p:txBody>
          <a:bodyPr/>
          <a:lstStyle/>
          <a:p>
            <a:fld id="{49ABCAEC-7D34-E549-A96E-FCEDAADBE4B0}" type="slidenum">
              <a:rPr lang="en-US" smtClean="0"/>
              <a:t>‹Nr.›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D6A1FD1-D82F-3141-8687-8D7C0631C215}"/>
              </a:ext>
            </a:extLst>
          </p:cNvPr>
          <p:cNvCxnSpPr>
            <a:cxnSpLocks/>
          </p:cNvCxnSpPr>
          <p:nvPr/>
        </p:nvCxnSpPr>
        <p:spPr>
          <a:xfrm>
            <a:off x="565150" y="6087110"/>
            <a:ext cx="5066001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439474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442ECFEB-12CF-4C4F-BC8A-5816C27CA565}"/>
              </a:ext>
            </a:extLst>
          </p:cNvPr>
          <p:cNvGrpSpPr/>
          <p:nvPr/>
        </p:nvGrpSpPr>
        <p:grpSpPr>
          <a:xfrm>
            <a:off x="10290315" y="0"/>
            <a:ext cx="1901686" cy="6858000"/>
            <a:chOff x="10290315" y="0"/>
            <a:chExt cx="1901686" cy="6858000"/>
          </a:xfrm>
        </p:grpSpPr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626C9482-2804-144B-88B2-0AF191BD757D}"/>
                </a:ext>
              </a:extLst>
            </p:cNvPr>
            <p:cNvSpPr/>
            <p:nvPr/>
          </p:nvSpPr>
          <p:spPr>
            <a:xfrm>
              <a:off x="10290315" y="806362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71363F79-96BD-9240-86E2-DF26C9C2437D}"/>
                </a:ext>
              </a:extLst>
            </p:cNvPr>
            <p:cNvSpPr/>
            <p:nvPr/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153F0BF1-DA57-1D49-82F0-802F4D385A85}"/>
                </a:ext>
              </a:extLst>
            </p:cNvPr>
            <p:cNvSpPr/>
            <p:nvPr/>
          </p:nvSpPr>
          <p:spPr>
            <a:xfrm>
              <a:off x="11653180" y="6295093"/>
              <a:ext cx="538821" cy="562907"/>
            </a:xfrm>
            <a:custGeom>
              <a:avLst/>
              <a:gdLst>
                <a:gd name="connsiteX0" fmla="*/ 538821 w 538821"/>
                <a:gd name="connsiteY0" fmla="*/ 0 h 562907"/>
                <a:gd name="connsiteX1" fmla="*/ 538821 w 538821"/>
                <a:gd name="connsiteY1" fmla="*/ 562907 h 562907"/>
                <a:gd name="connsiteX2" fmla="*/ 22 w 538821"/>
                <a:gd name="connsiteY2" fmla="*/ 562907 h 562907"/>
                <a:gd name="connsiteX3" fmla="*/ 0 w 538821"/>
                <a:gd name="connsiteY3" fmla="*/ 562686 h 562907"/>
                <a:gd name="connsiteX4" fmla="*/ 451422 w 538821"/>
                <a:gd name="connsiteY4" fmla="*/ 8810 h 562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907">
                  <a:moveTo>
                    <a:pt x="538821" y="0"/>
                  </a:moveTo>
                  <a:lnTo>
                    <a:pt x="538821" y="562907"/>
                  </a:lnTo>
                  <a:lnTo>
                    <a:pt x="22" y="562907"/>
                  </a:lnTo>
                  <a:lnTo>
                    <a:pt x="0" y="562686"/>
                  </a:ln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8CD42A1B-A03A-C946-8A2A-CE437EA433FD}"/>
                </a:ext>
              </a:extLst>
            </p:cNvPr>
            <p:cNvSpPr/>
            <p:nvPr/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5591FE00-3AAF-9B4B-8107-E94D50828227}"/>
                </a:ext>
              </a:extLst>
            </p:cNvPr>
            <p:cNvSpPr/>
            <p:nvPr/>
          </p:nvSpPr>
          <p:spPr>
            <a:xfrm>
              <a:off x="11653180" y="2180552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149E92E9-89A7-4842-B271-411C7DF75D2D}"/>
                </a:ext>
              </a:extLst>
            </p:cNvPr>
            <p:cNvSpPr/>
            <p:nvPr/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4DC29C99-0841-9F46-AB1A-E9751DFE4487}"/>
                </a:ext>
              </a:extLst>
            </p:cNvPr>
            <p:cNvSpPr/>
            <p:nvPr/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E0AB684-BDA8-014B-8DCC-125F8B8DCE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540E05-0F5F-6243-AD57-66BFC33ADB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62851" y="2365755"/>
            <a:ext cx="5239512" cy="33954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70B3A4-11FE-D94C-9B93-255E362310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89638" y="2365755"/>
            <a:ext cx="5239512" cy="33954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7BEEAF-F881-6E48-84AF-E5CEEF1C71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10/26/2021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472753-1CC3-9244-9AF0-6927018A64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DD55D0-FCC7-AC42-9810-9B49E33489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t>‹Nr.›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FC736C3-88FB-244C-83B8-B2856998D221}"/>
              </a:ext>
            </a:extLst>
          </p:cNvPr>
          <p:cNvCxnSpPr>
            <a:cxnSpLocks/>
          </p:cNvCxnSpPr>
          <p:nvPr/>
        </p:nvCxnSpPr>
        <p:spPr>
          <a:xfrm>
            <a:off x="565150" y="6087110"/>
            <a:ext cx="11058344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158249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>
            <a:extLst>
              <a:ext uri="{FF2B5EF4-FFF2-40B4-BE49-F238E27FC236}">
                <a16:creationId xmlns:a16="http://schemas.microsoft.com/office/drawing/2014/main" id="{B7D16A9C-7411-5242-A59C-816B8907E3BE}"/>
              </a:ext>
            </a:extLst>
          </p:cNvPr>
          <p:cNvGrpSpPr/>
          <p:nvPr/>
        </p:nvGrpSpPr>
        <p:grpSpPr>
          <a:xfrm>
            <a:off x="10290315" y="0"/>
            <a:ext cx="1901686" cy="6858000"/>
            <a:chOff x="10290315" y="0"/>
            <a:chExt cx="1901686" cy="6858000"/>
          </a:xfrm>
        </p:grpSpPr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A997260B-7D44-7049-B605-7FD6E6CE5612}"/>
                </a:ext>
              </a:extLst>
            </p:cNvPr>
            <p:cNvSpPr/>
            <p:nvPr/>
          </p:nvSpPr>
          <p:spPr>
            <a:xfrm>
              <a:off x="10290315" y="806362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5D6AF601-77C3-D74A-B1E5-7F33703A6927}"/>
                </a:ext>
              </a:extLst>
            </p:cNvPr>
            <p:cNvSpPr/>
            <p:nvPr/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4DFCA921-0F9E-2E41-A285-75409E25501A}"/>
                </a:ext>
              </a:extLst>
            </p:cNvPr>
            <p:cNvSpPr/>
            <p:nvPr/>
          </p:nvSpPr>
          <p:spPr>
            <a:xfrm>
              <a:off x="11653180" y="6295093"/>
              <a:ext cx="538821" cy="562907"/>
            </a:xfrm>
            <a:custGeom>
              <a:avLst/>
              <a:gdLst>
                <a:gd name="connsiteX0" fmla="*/ 538821 w 538821"/>
                <a:gd name="connsiteY0" fmla="*/ 0 h 562907"/>
                <a:gd name="connsiteX1" fmla="*/ 538821 w 538821"/>
                <a:gd name="connsiteY1" fmla="*/ 562907 h 562907"/>
                <a:gd name="connsiteX2" fmla="*/ 22 w 538821"/>
                <a:gd name="connsiteY2" fmla="*/ 562907 h 562907"/>
                <a:gd name="connsiteX3" fmla="*/ 0 w 538821"/>
                <a:gd name="connsiteY3" fmla="*/ 562686 h 562907"/>
                <a:gd name="connsiteX4" fmla="*/ 451422 w 538821"/>
                <a:gd name="connsiteY4" fmla="*/ 8810 h 562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907">
                  <a:moveTo>
                    <a:pt x="538821" y="0"/>
                  </a:moveTo>
                  <a:lnTo>
                    <a:pt x="538821" y="562907"/>
                  </a:lnTo>
                  <a:lnTo>
                    <a:pt x="22" y="562907"/>
                  </a:lnTo>
                  <a:lnTo>
                    <a:pt x="0" y="562686"/>
                  </a:ln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120B9E03-438B-FC42-9DA1-835D5BC3FE88}"/>
                </a:ext>
              </a:extLst>
            </p:cNvPr>
            <p:cNvSpPr/>
            <p:nvPr/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4D670E1F-61CD-8940-A898-6D5092A78BB9}"/>
                </a:ext>
              </a:extLst>
            </p:cNvPr>
            <p:cNvSpPr/>
            <p:nvPr/>
          </p:nvSpPr>
          <p:spPr>
            <a:xfrm>
              <a:off x="11653180" y="2180552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080C64CF-0C6A-3449-9709-AE038C4A7995}"/>
                </a:ext>
              </a:extLst>
            </p:cNvPr>
            <p:cNvSpPr/>
            <p:nvPr/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FEC46D5B-957F-A24C-8E36-CC71F660EC8B}"/>
                </a:ext>
              </a:extLst>
            </p:cNvPr>
            <p:cNvSpPr/>
            <p:nvPr/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058182F-7B5E-FD42-AFC6-A3848D8332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8" y="768096"/>
            <a:ext cx="7333488" cy="12710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D9E4DE-75C0-C841-A68D-9D7BBAD76C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2149" y="2365756"/>
            <a:ext cx="523951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5C87F7-356E-9E43-97A0-D972B22853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62149" y="3189668"/>
            <a:ext cx="5239512" cy="2571557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DAB4C28-30CB-CC4E-A25E-F4FEFA49BC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83066" y="2365756"/>
            <a:ext cx="523951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9ED0191-963B-1E4C-BEC5-9B42E39514A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83066" y="3189668"/>
            <a:ext cx="5239512" cy="2571557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F0E0BED-3EB7-BB4A-A556-FA967FB011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10/26/2021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6A2466A-4D90-174C-B382-AC4674D721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6EADE49-8082-214B-9742-5EE8DA2E9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t>‹Nr.›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5E39200-18D5-014B-BAB8-FF5D0BA15E0C}"/>
              </a:ext>
            </a:extLst>
          </p:cNvPr>
          <p:cNvCxnSpPr>
            <a:cxnSpLocks/>
          </p:cNvCxnSpPr>
          <p:nvPr/>
        </p:nvCxnSpPr>
        <p:spPr>
          <a:xfrm>
            <a:off x="565150" y="6087110"/>
            <a:ext cx="11058344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39820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D7DF52F6-A06E-0343-95B8-DAAC38DB4B8C}"/>
              </a:ext>
            </a:extLst>
          </p:cNvPr>
          <p:cNvGrpSpPr/>
          <p:nvPr/>
        </p:nvGrpSpPr>
        <p:grpSpPr>
          <a:xfrm>
            <a:off x="10290315" y="0"/>
            <a:ext cx="1901686" cy="6858000"/>
            <a:chOff x="10290315" y="0"/>
            <a:chExt cx="1901686" cy="6858000"/>
          </a:xfrm>
        </p:grpSpPr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67092C52-7052-0749-9DA0-9374DBF495AE}"/>
                </a:ext>
              </a:extLst>
            </p:cNvPr>
            <p:cNvSpPr/>
            <p:nvPr/>
          </p:nvSpPr>
          <p:spPr>
            <a:xfrm>
              <a:off x="10290315" y="806362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C64E1C2F-81E1-C44D-859C-946596C950F2}"/>
                </a:ext>
              </a:extLst>
            </p:cNvPr>
            <p:cNvSpPr/>
            <p:nvPr/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53626485-4263-0A44-9561-E278A7056C33}"/>
                </a:ext>
              </a:extLst>
            </p:cNvPr>
            <p:cNvSpPr/>
            <p:nvPr/>
          </p:nvSpPr>
          <p:spPr>
            <a:xfrm>
              <a:off x="11653180" y="6295093"/>
              <a:ext cx="538821" cy="562907"/>
            </a:xfrm>
            <a:custGeom>
              <a:avLst/>
              <a:gdLst>
                <a:gd name="connsiteX0" fmla="*/ 538821 w 538821"/>
                <a:gd name="connsiteY0" fmla="*/ 0 h 562907"/>
                <a:gd name="connsiteX1" fmla="*/ 538821 w 538821"/>
                <a:gd name="connsiteY1" fmla="*/ 562907 h 562907"/>
                <a:gd name="connsiteX2" fmla="*/ 22 w 538821"/>
                <a:gd name="connsiteY2" fmla="*/ 562907 h 562907"/>
                <a:gd name="connsiteX3" fmla="*/ 0 w 538821"/>
                <a:gd name="connsiteY3" fmla="*/ 562686 h 562907"/>
                <a:gd name="connsiteX4" fmla="*/ 451422 w 538821"/>
                <a:gd name="connsiteY4" fmla="*/ 8810 h 562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907">
                  <a:moveTo>
                    <a:pt x="538821" y="0"/>
                  </a:moveTo>
                  <a:lnTo>
                    <a:pt x="538821" y="562907"/>
                  </a:lnTo>
                  <a:lnTo>
                    <a:pt x="22" y="562907"/>
                  </a:lnTo>
                  <a:lnTo>
                    <a:pt x="0" y="562686"/>
                  </a:ln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7D45AAB5-3CCC-DE4A-A962-3702911B55CC}"/>
                </a:ext>
              </a:extLst>
            </p:cNvPr>
            <p:cNvSpPr/>
            <p:nvPr/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8CAFB16F-8EDE-D44F-A51E-34EDC41E7404}"/>
                </a:ext>
              </a:extLst>
            </p:cNvPr>
            <p:cNvSpPr/>
            <p:nvPr/>
          </p:nvSpPr>
          <p:spPr>
            <a:xfrm>
              <a:off x="11653180" y="2180552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DCD51329-732C-BB4C-98E5-715BAF9F8853}"/>
                </a:ext>
              </a:extLst>
            </p:cNvPr>
            <p:cNvSpPr/>
            <p:nvPr/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192B5D44-BC55-AF4C-984D-C8231B22F80B}"/>
                </a:ext>
              </a:extLst>
            </p:cNvPr>
            <p:cNvSpPr/>
            <p:nvPr/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FA1E9E2-564E-7049-A22F-BB5B876BAB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6359D05-C08D-7747-B2FC-3F62B33573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10/26/2021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2FF615-BB08-A844-B689-BAA7C50407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63A67D-F96F-4849-8C83-49CC3A6539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t>‹Nr.›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DCFAAB9-2B6B-8D4C-A748-433E2C393EA6}"/>
              </a:ext>
            </a:extLst>
          </p:cNvPr>
          <p:cNvCxnSpPr>
            <a:cxnSpLocks/>
          </p:cNvCxnSpPr>
          <p:nvPr/>
        </p:nvCxnSpPr>
        <p:spPr>
          <a:xfrm>
            <a:off x="565150" y="6087110"/>
            <a:ext cx="11058344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19916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8BCA70-D63D-40F6-B9B3-4E49B96E27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pPr/>
              <a:t>10/26/2021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F12559-BD91-4904-A24A-0CF0A2324A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658BB7-74A5-4A6F-A0FF-021E68F02B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81465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D0914A35-7AAF-4B42-9C68-47A633EFD9D0}"/>
              </a:ext>
            </a:extLst>
          </p:cNvPr>
          <p:cNvGrpSpPr/>
          <p:nvPr/>
        </p:nvGrpSpPr>
        <p:grpSpPr>
          <a:xfrm>
            <a:off x="10290315" y="0"/>
            <a:ext cx="1901686" cy="6858000"/>
            <a:chOff x="10290315" y="0"/>
            <a:chExt cx="1901686" cy="6858000"/>
          </a:xfrm>
        </p:grpSpPr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DABCED79-0E70-FB4D-ABF2-D859BF5556E4}"/>
                </a:ext>
              </a:extLst>
            </p:cNvPr>
            <p:cNvSpPr/>
            <p:nvPr/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8364885D-A3A4-5144-AB4E-7624F27287E6}"/>
                </a:ext>
              </a:extLst>
            </p:cNvPr>
            <p:cNvSpPr/>
            <p:nvPr/>
          </p:nvSpPr>
          <p:spPr>
            <a:xfrm>
              <a:off x="11653180" y="6295093"/>
              <a:ext cx="538821" cy="562907"/>
            </a:xfrm>
            <a:custGeom>
              <a:avLst/>
              <a:gdLst>
                <a:gd name="connsiteX0" fmla="*/ 538821 w 538821"/>
                <a:gd name="connsiteY0" fmla="*/ 0 h 562907"/>
                <a:gd name="connsiteX1" fmla="*/ 538821 w 538821"/>
                <a:gd name="connsiteY1" fmla="*/ 562907 h 562907"/>
                <a:gd name="connsiteX2" fmla="*/ 22 w 538821"/>
                <a:gd name="connsiteY2" fmla="*/ 562907 h 562907"/>
                <a:gd name="connsiteX3" fmla="*/ 0 w 538821"/>
                <a:gd name="connsiteY3" fmla="*/ 562686 h 562907"/>
                <a:gd name="connsiteX4" fmla="*/ 451422 w 538821"/>
                <a:gd name="connsiteY4" fmla="*/ 8810 h 562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907">
                  <a:moveTo>
                    <a:pt x="538821" y="0"/>
                  </a:moveTo>
                  <a:lnTo>
                    <a:pt x="538821" y="562907"/>
                  </a:lnTo>
                  <a:lnTo>
                    <a:pt x="22" y="562907"/>
                  </a:lnTo>
                  <a:lnTo>
                    <a:pt x="0" y="562686"/>
                  </a:ln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D22073D5-CC72-0549-BD26-F7AF9851BE45}"/>
                </a:ext>
              </a:extLst>
            </p:cNvPr>
            <p:cNvSpPr/>
            <p:nvPr/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1827A049-C9FD-554E-9B01-F151B0D9E86B}"/>
                </a:ext>
              </a:extLst>
            </p:cNvPr>
            <p:cNvSpPr/>
            <p:nvPr/>
          </p:nvSpPr>
          <p:spPr>
            <a:xfrm>
              <a:off x="11653180" y="2180552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76832559-4D18-8744-AB91-9FCFAB732477}"/>
                </a:ext>
              </a:extLst>
            </p:cNvPr>
            <p:cNvSpPr/>
            <p:nvPr/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BF97A623-E5DC-1B44-B687-8643B9F0D741}"/>
                </a:ext>
              </a:extLst>
            </p:cNvPr>
            <p:cNvSpPr/>
            <p:nvPr/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637BBE1-2C82-4E45-B5C5-35E07B05EA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51" y="764973"/>
            <a:ext cx="3609982" cy="1395043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201F2E-A734-364B-8A7D-990D6B8893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04832" y="770890"/>
            <a:ext cx="6112517" cy="480057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7CBAD9-5515-1748-8E77-F48160F4ED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65150" y="2160016"/>
            <a:ext cx="3609983" cy="37089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A6C22B-80D4-AA42-9999-401E37B469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10/26/2021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055DE4-33E8-7F4B-9334-95EA60845C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470FA5-21EE-D742-8F01-C1BAE0FDB0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t>‹Nr.›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EF966AA-D7DF-F84D-80D4-E216A641B005}"/>
              </a:ext>
            </a:extLst>
          </p:cNvPr>
          <p:cNvCxnSpPr>
            <a:cxnSpLocks/>
          </p:cNvCxnSpPr>
          <p:nvPr/>
        </p:nvCxnSpPr>
        <p:spPr>
          <a:xfrm>
            <a:off x="565150" y="6087110"/>
            <a:ext cx="11058344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325552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210D391A-F01E-4947-8A01-95438AA0B323}"/>
              </a:ext>
            </a:extLst>
          </p:cNvPr>
          <p:cNvGrpSpPr/>
          <p:nvPr/>
        </p:nvGrpSpPr>
        <p:grpSpPr>
          <a:xfrm>
            <a:off x="10290315" y="0"/>
            <a:ext cx="1901686" cy="6858000"/>
            <a:chOff x="10290315" y="0"/>
            <a:chExt cx="1901686" cy="6858000"/>
          </a:xfrm>
        </p:grpSpPr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7D499306-B4E0-064D-8F6C-96E9C4BD04DA}"/>
                </a:ext>
              </a:extLst>
            </p:cNvPr>
            <p:cNvSpPr/>
            <p:nvPr/>
          </p:nvSpPr>
          <p:spPr>
            <a:xfrm>
              <a:off x="10290315" y="806362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AF3D0241-0A21-8047-8CE3-B3FDD5FDF719}"/>
                </a:ext>
              </a:extLst>
            </p:cNvPr>
            <p:cNvSpPr/>
            <p:nvPr/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13083F97-6891-0447-957C-AB0834B826D2}"/>
                </a:ext>
              </a:extLst>
            </p:cNvPr>
            <p:cNvSpPr/>
            <p:nvPr/>
          </p:nvSpPr>
          <p:spPr>
            <a:xfrm>
              <a:off x="11653180" y="6295093"/>
              <a:ext cx="538821" cy="562907"/>
            </a:xfrm>
            <a:custGeom>
              <a:avLst/>
              <a:gdLst>
                <a:gd name="connsiteX0" fmla="*/ 538821 w 538821"/>
                <a:gd name="connsiteY0" fmla="*/ 0 h 562907"/>
                <a:gd name="connsiteX1" fmla="*/ 538821 w 538821"/>
                <a:gd name="connsiteY1" fmla="*/ 562907 h 562907"/>
                <a:gd name="connsiteX2" fmla="*/ 22 w 538821"/>
                <a:gd name="connsiteY2" fmla="*/ 562907 h 562907"/>
                <a:gd name="connsiteX3" fmla="*/ 0 w 538821"/>
                <a:gd name="connsiteY3" fmla="*/ 562686 h 562907"/>
                <a:gd name="connsiteX4" fmla="*/ 451422 w 538821"/>
                <a:gd name="connsiteY4" fmla="*/ 8810 h 562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907">
                  <a:moveTo>
                    <a:pt x="538821" y="0"/>
                  </a:moveTo>
                  <a:lnTo>
                    <a:pt x="538821" y="562907"/>
                  </a:lnTo>
                  <a:lnTo>
                    <a:pt x="22" y="562907"/>
                  </a:lnTo>
                  <a:lnTo>
                    <a:pt x="0" y="562686"/>
                  </a:ln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B2EF7D75-E7C1-5147-A03B-3EC641CF3B08}"/>
                </a:ext>
              </a:extLst>
            </p:cNvPr>
            <p:cNvSpPr/>
            <p:nvPr/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A6D7CA94-94B4-C140-8C68-01C0ADFA1C71}"/>
                </a:ext>
              </a:extLst>
            </p:cNvPr>
            <p:cNvSpPr/>
            <p:nvPr/>
          </p:nvSpPr>
          <p:spPr>
            <a:xfrm>
              <a:off x="11653180" y="2180552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211CD629-C318-A848-BDDE-BBA9465EBF9D}"/>
                </a:ext>
              </a:extLst>
            </p:cNvPr>
            <p:cNvSpPr/>
            <p:nvPr/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2A5AC1F8-1370-E946-977E-E4CFC6947BAB}"/>
                </a:ext>
              </a:extLst>
            </p:cNvPr>
            <p:cNvSpPr/>
            <p:nvPr/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4CEE63B-B967-0A48-9623-220376760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50" y="770889"/>
            <a:ext cx="3609983" cy="1389127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211F680-28C8-FA44-9CD5-20709DA02EA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223838" y="890816"/>
            <a:ext cx="6060136" cy="4870411"/>
          </a:xfrm>
          <a:solidFill>
            <a:schemeClr val="bg2"/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D507CD-197E-BB4C-83A6-DA3FC97A22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65150" y="2160016"/>
            <a:ext cx="3609983" cy="360121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9E00AC-DF6C-D548-8A06-D6269BDB0A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10/26/2021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ED113B-57D4-9A4F-BFE0-2A3963B425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0D9954-FA18-8948-AA52-21CED05947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t>‹Nr.›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E3EB25D-2379-5040-B990-1C99B0B7D931}"/>
              </a:ext>
            </a:extLst>
          </p:cNvPr>
          <p:cNvCxnSpPr>
            <a:cxnSpLocks/>
          </p:cNvCxnSpPr>
          <p:nvPr/>
        </p:nvCxnSpPr>
        <p:spPr>
          <a:xfrm>
            <a:off x="565150" y="6087110"/>
            <a:ext cx="11058344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32957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>
            <a:extLst>
              <a:ext uri="{FF2B5EF4-FFF2-40B4-BE49-F238E27FC236}">
                <a16:creationId xmlns:a16="http://schemas.microsoft.com/office/drawing/2014/main" id="{7ED46EE4-CE67-DD46-A751-9FEA049A22B8}"/>
              </a:ext>
            </a:extLst>
          </p:cNvPr>
          <p:cNvGrpSpPr/>
          <p:nvPr/>
        </p:nvGrpSpPr>
        <p:grpSpPr>
          <a:xfrm>
            <a:off x="8928528" y="0"/>
            <a:ext cx="3263472" cy="6858000"/>
            <a:chOff x="8928528" y="0"/>
            <a:chExt cx="3263472" cy="6858000"/>
          </a:xfrm>
        </p:grpSpPr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955C5B70-D34F-8A49-B220-808CE2BBB7F3}"/>
                </a:ext>
              </a:extLst>
            </p:cNvPr>
            <p:cNvSpPr/>
            <p:nvPr/>
          </p:nvSpPr>
          <p:spPr>
            <a:xfrm>
              <a:off x="8928528" y="4918120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4BBFE624-6DBD-8541-B43B-180C0AFA21F0}"/>
                </a:ext>
              </a:extLst>
            </p:cNvPr>
            <p:cNvSpPr/>
            <p:nvPr/>
          </p:nvSpPr>
          <p:spPr>
            <a:xfrm>
              <a:off x="8928528" y="0"/>
              <a:ext cx="1130724" cy="565573"/>
            </a:xfrm>
            <a:custGeom>
              <a:avLst/>
              <a:gdLst>
                <a:gd name="connsiteX0" fmla="*/ 22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2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6E01AC23-2120-A542-B140-5A29AA27A2C8}"/>
                </a:ext>
              </a:extLst>
            </p:cNvPr>
            <p:cNvSpPr/>
            <p:nvPr/>
          </p:nvSpPr>
          <p:spPr>
            <a:xfrm>
              <a:off x="10291391" y="6292417"/>
              <a:ext cx="1130724" cy="565583"/>
            </a:xfrm>
            <a:custGeom>
              <a:avLst/>
              <a:gdLst>
                <a:gd name="connsiteX0" fmla="*/ 565362 w 1130724"/>
                <a:gd name="connsiteY0" fmla="*/ 0 h 565583"/>
                <a:gd name="connsiteX1" fmla="*/ 1130724 w 1130724"/>
                <a:gd name="connsiteY1" fmla="*/ 565362 h 565583"/>
                <a:gd name="connsiteX2" fmla="*/ 1130702 w 1130724"/>
                <a:gd name="connsiteY2" fmla="*/ 565583 h 565583"/>
                <a:gd name="connsiteX3" fmla="*/ 22 w 1130724"/>
                <a:gd name="connsiteY3" fmla="*/ 565583 h 565583"/>
                <a:gd name="connsiteX4" fmla="*/ 0 w 1130724"/>
                <a:gd name="connsiteY4" fmla="*/ 565362 h 565583"/>
                <a:gd name="connsiteX5" fmla="*/ 565362 w 1130724"/>
                <a:gd name="connsiteY5" fmla="*/ 0 h 5655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83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2" y="565583"/>
                  </a:lnTo>
                  <a:lnTo>
                    <a:pt x="22" y="565583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154689C0-9C35-9B4D-906B-DA287DA55A38}"/>
                </a:ext>
              </a:extLst>
            </p:cNvPr>
            <p:cNvSpPr/>
            <p:nvPr/>
          </p:nvSpPr>
          <p:spPr>
            <a:xfrm>
              <a:off x="10291392" y="3549390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696570F0-11E0-6147-9053-E3A4B5DBA0E4}"/>
                </a:ext>
              </a:extLst>
            </p:cNvPr>
            <p:cNvSpPr/>
            <p:nvPr/>
          </p:nvSpPr>
          <p:spPr>
            <a:xfrm>
              <a:off x="10291392" y="2177876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9BDD97F6-A366-B54A-B889-42E97AFEDE37}"/>
                </a:ext>
              </a:extLst>
            </p:cNvPr>
            <p:cNvSpPr/>
            <p:nvPr/>
          </p:nvSpPr>
          <p:spPr>
            <a:xfrm>
              <a:off x="10291392" y="806363"/>
              <a:ext cx="1130724" cy="113072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58E853BC-EE80-374B-B823-8D51A948C4CF}"/>
                </a:ext>
              </a:extLst>
            </p:cNvPr>
            <p:cNvSpPr/>
            <p:nvPr/>
          </p:nvSpPr>
          <p:spPr>
            <a:xfrm>
              <a:off x="10291392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4B5B70B1-649D-9848-B5D4-6DE04D55F5F0}"/>
                </a:ext>
              </a:extLst>
            </p:cNvPr>
            <p:cNvSpPr/>
            <p:nvPr/>
          </p:nvSpPr>
          <p:spPr>
            <a:xfrm>
              <a:off x="11654256" y="6295201"/>
              <a:ext cx="537744" cy="562799"/>
            </a:xfrm>
            <a:custGeom>
              <a:avLst/>
              <a:gdLst>
                <a:gd name="connsiteX0" fmla="*/ 537744 w 537744"/>
                <a:gd name="connsiteY0" fmla="*/ 0 h 562799"/>
                <a:gd name="connsiteX1" fmla="*/ 537744 w 537744"/>
                <a:gd name="connsiteY1" fmla="*/ 562799 h 562799"/>
                <a:gd name="connsiteX2" fmla="*/ 22 w 537744"/>
                <a:gd name="connsiteY2" fmla="*/ 562799 h 562799"/>
                <a:gd name="connsiteX3" fmla="*/ 0 w 537744"/>
                <a:gd name="connsiteY3" fmla="*/ 562578 h 562799"/>
                <a:gd name="connsiteX4" fmla="*/ 451422 w 537744"/>
                <a:gd name="connsiteY4" fmla="*/ 8702 h 562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562799">
                  <a:moveTo>
                    <a:pt x="537744" y="0"/>
                  </a:moveTo>
                  <a:lnTo>
                    <a:pt x="537744" y="562799"/>
                  </a:lnTo>
                  <a:lnTo>
                    <a:pt x="22" y="562799"/>
                  </a:lnTo>
                  <a:lnTo>
                    <a:pt x="0" y="562578"/>
                  </a:ln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46A2092A-2157-0A49-937F-BBAE14687DE7}"/>
                </a:ext>
              </a:extLst>
            </p:cNvPr>
            <p:cNvSpPr/>
            <p:nvPr/>
          </p:nvSpPr>
          <p:spPr>
            <a:xfrm>
              <a:off x="11654256" y="4923687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2" name="Freeform 31">
              <a:extLst>
                <a:ext uri="{FF2B5EF4-FFF2-40B4-BE49-F238E27FC236}">
                  <a16:creationId xmlns:a16="http://schemas.microsoft.com/office/drawing/2014/main" id="{F092371E-D526-AF43-816F-F7AEBA9FF166}"/>
                </a:ext>
              </a:extLst>
            </p:cNvPr>
            <p:cNvSpPr/>
            <p:nvPr/>
          </p:nvSpPr>
          <p:spPr>
            <a:xfrm>
              <a:off x="11654256" y="3552173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3" name="Freeform 32">
              <a:extLst>
                <a:ext uri="{FF2B5EF4-FFF2-40B4-BE49-F238E27FC236}">
                  <a16:creationId xmlns:a16="http://schemas.microsoft.com/office/drawing/2014/main" id="{06995714-B51E-E84A-9FD5-3AD33004E517}"/>
                </a:ext>
              </a:extLst>
            </p:cNvPr>
            <p:cNvSpPr/>
            <p:nvPr/>
          </p:nvSpPr>
          <p:spPr>
            <a:xfrm>
              <a:off x="11654256" y="2180659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4" name="Freeform 33">
              <a:extLst>
                <a:ext uri="{FF2B5EF4-FFF2-40B4-BE49-F238E27FC236}">
                  <a16:creationId xmlns:a16="http://schemas.microsoft.com/office/drawing/2014/main" id="{0FDB0CC5-76AA-6E44-8376-4EE649C1DE42}"/>
                </a:ext>
              </a:extLst>
            </p:cNvPr>
            <p:cNvSpPr/>
            <p:nvPr/>
          </p:nvSpPr>
          <p:spPr>
            <a:xfrm>
              <a:off x="11654256" y="809146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5" name="Freeform 34">
              <a:extLst>
                <a:ext uri="{FF2B5EF4-FFF2-40B4-BE49-F238E27FC236}">
                  <a16:creationId xmlns:a16="http://schemas.microsoft.com/office/drawing/2014/main" id="{3D981F0B-8982-1C45-8D7C-30E744003823}"/>
                </a:ext>
              </a:extLst>
            </p:cNvPr>
            <p:cNvSpPr/>
            <p:nvPr/>
          </p:nvSpPr>
          <p:spPr>
            <a:xfrm>
              <a:off x="11654256" y="0"/>
              <a:ext cx="537744" cy="562788"/>
            </a:xfrm>
            <a:custGeom>
              <a:avLst/>
              <a:gdLst>
                <a:gd name="connsiteX0" fmla="*/ 21 w 537744"/>
                <a:gd name="connsiteY0" fmla="*/ 0 h 562788"/>
                <a:gd name="connsiteX1" fmla="*/ 537744 w 537744"/>
                <a:gd name="connsiteY1" fmla="*/ 0 h 562788"/>
                <a:gd name="connsiteX2" fmla="*/ 537744 w 537744"/>
                <a:gd name="connsiteY2" fmla="*/ 562788 h 562788"/>
                <a:gd name="connsiteX3" fmla="*/ 451422 w 537744"/>
                <a:gd name="connsiteY3" fmla="*/ 554086 h 562788"/>
                <a:gd name="connsiteX4" fmla="*/ 0 w 537744"/>
                <a:gd name="connsiteY4" fmla="*/ 211 h 5627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562788">
                  <a:moveTo>
                    <a:pt x="21" y="0"/>
                  </a:moveTo>
                  <a:lnTo>
                    <a:pt x="537744" y="0"/>
                  </a:lnTo>
                  <a:lnTo>
                    <a:pt x="537744" y="562788"/>
                  </a:lnTo>
                  <a:lnTo>
                    <a:pt x="451422" y="554086"/>
                  </a:lnTo>
                  <a:cubicBezTo>
                    <a:pt x="193796" y="501368"/>
                    <a:pt x="0" y="273421"/>
                    <a:pt x="0" y="21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F76EEB7-1E87-0447-8CD6-DD220CF4EE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8AE526-3A03-9B41-8C9F-27156E701C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D08D72-182D-C947-B3F7-B74948D084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10/26/2021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76E396-D059-AF4D-A1D9-C1347978AA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8845B6-87C0-2F4A-8146-00E911CDF7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480" y="6141085"/>
            <a:ext cx="813816" cy="365125"/>
          </a:xfrm>
        </p:spPr>
        <p:txBody>
          <a:bodyPr/>
          <a:lstStyle/>
          <a:p>
            <a:fld id="{49ABCAEC-7D34-E549-A96E-FCEDAADBE4B0}" type="slidenum">
              <a:rPr lang="en-US" smtClean="0"/>
              <a:t>‹Nr.›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78A912D-4325-C449-BF2E-F331A221C695}"/>
              </a:ext>
            </a:extLst>
          </p:cNvPr>
          <p:cNvCxnSpPr>
            <a:cxnSpLocks/>
          </p:cNvCxnSpPr>
          <p:nvPr/>
        </p:nvCxnSpPr>
        <p:spPr>
          <a:xfrm>
            <a:off x="565150" y="6087110"/>
            <a:ext cx="7335146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627008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C3803ECC-8207-244B-8051-94AA5304EDD9}"/>
              </a:ext>
            </a:extLst>
          </p:cNvPr>
          <p:cNvGrpSpPr/>
          <p:nvPr/>
        </p:nvGrpSpPr>
        <p:grpSpPr>
          <a:xfrm>
            <a:off x="10290315" y="0"/>
            <a:ext cx="1901686" cy="6858000"/>
            <a:chOff x="10290315" y="0"/>
            <a:chExt cx="1901686" cy="6858000"/>
          </a:xfrm>
        </p:grpSpPr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CF2E8536-821C-3846-A152-2001B7BA4BC9}"/>
                </a:ext>
              </a:extLst>
            </p:cNvPr>
            <p:cNvSpPr/>
            <p:nvPr/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57A02781-FFB4-C04E-97FB-78D26A9E8F1C}"/>
                </a:ext>
              </a:extLst>
            </p:cNvPr>
            <p:cNvSpPr/>
            <p:nvPr/>
          </p:nvSpPr>
          <p:spPr>
            <a:xfrm>
              <a:off x="11653180" y="6295093"/>
              <a:ext cx="538821" cy="562907"/>
            </a:xfrm>
            <a:custGeom>
              <a:avLst/>
              <a:gdLst>
                <a:gd name="connsiteX0" fmla="*/ 538821 w 538821"/>
                <a:gd name="connsiteY0" fmla="*/ 0 h 562907"/>
                <a:gd name="connsiteX1" fmla="*/ 538821 w 538821"/>
                <a:gd name="connsiteY1" fmla="*/ 562907 h 562907"/>
                <a:gd name="connsiteX2" fmla="*/ 22 w 538821"/>
                <a:gd name="connsiteY2" fmla="*/ 562907 h 562907"/>
                <a:gd name="connsiteX3" fmla="*/ 0 w 538821"/>
                <a:gd name="connsiteY3" fmla="*/ 562686 h 562907"/>
                <a:gd name="connsiteX4" fmla="*/ 451422 w 538821"/>
                <a:gd name="connsiteY4" fmla="*/ 8810 h 562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907">
                  <a:moveTo>
                    <a:pt x="538821" y="0"/>
                  </a:moveTo>
                  <a:lnTo>
                    <a:pt x="538821" y="562907"/>
                  </a:lnTo>
                  <a:lnTo>
                    <a:pt x="22" y="562907"/>
                  </a:lnTo>
                  <a:lnTo>
                    <a:pt x="0" y="562686"/>
                  </a:ln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14C29607-37D2-7A4B-98E2-2C851CD6776C}"/>
                </a:ext>
              </a:extLst>
            </p:cNvPr>
            <p:cNvSpPr/>
            <p:nvPr/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D12FC7BA-80CC-1C4E-B268-B3EEA08137F1}"/>
                </a:ext>
              </a:extLst>
            </p:cNvPr>
            <p:cNvSpPr/>
            <p:nvPr/>
          </p:nvSpPr>
          <p:spPr>
            <a:xfrm>
              <a:off x="11653180" y="2180552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BEBC8FB1-96B9-D84A-BD2A-BC8410EBE012}"/>
                </a:ext>
              </a:extLst>
            </p:cNvPr>
            <p:cNvSpPr/>
            <p:nvPr/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5A8455B4-A778-B44D-A7E8-C45A4846D9F7}"/>
                </a:ext>
              </a:extLst>
            </p:cNvPr>
            <p:cNvSpPr/>
            <p:nvPr/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B0407CCA-80EF-2B45-8F8C-7D5796A61BC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950095" y="976630"/>
            <a:ext cx="2268507" cy="47845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A221C3-F2D3-FC4F-938B-4C4CAC7370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65150" y="976630"/>
            <a:ext cx="8264057" cy="478459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061B46-3E9A-AC48-8C84-5B46EA1EC5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10/26/2021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9F8F49-5859-714C-8EE1-61A74F324E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2B6F69-3FFA-D94F-BA99-873D36F7F6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t>‹Nr.›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31B40EC-87DB-A64F-9D4B-98A86F7CEFFF}"/>
              </a:ext>
            </a:extLst>
          </p:cNvPr>
          <p:cNvCxnSpPr>
            <a:cxnSpLocks/>
          </p:cNvCxnSpPr>
          <p:nvPr/>
        </p:nvCxnSpPr>
        <p:spPr>
          <a:xfrm>
            <a:off x="565150" y="6087110"/>
            <a:ext cx="11058344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512239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70D98E2-86CE-4D4F-9F8F-17C83D19A2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50" y="770890"/>
            <a:ext cx="7335835" cy="126898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04B4F2-48A4-A140-B59B-7A2ED9FD46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5150" y="2160016"/>
            <a:ext cx="7335835" cy="36012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CF4A7E-D5FF-BF48-8E01-8F46150ABF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66928" y="457200"/>
            <a:ext cx="36082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b="0" i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A5B0A250-5CC0-1746-B209-08E8B0DAE6AF}" type="datetimeFigureOut">
              <a:rPr lang="en-US" smtClean="0"/>
              <a:pPr/>
              <a:t>10/26/2021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131757-5039-BF46-B47A-50DA8FFBC07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65150" y="6141085"/>
            <a:ext cx="36082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b="0" i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83FD16-4337-B940-905E-D20A26FD48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9678" y="6141085"/>
            <a:ext cx="81381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 i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49ABCAEC-7D34-E549-A96E-FCEDAADBE4B0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2567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i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9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9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9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900"/>
        </a:spcBef>
        <a:buFont typeface="Arial" panose="020B0604020202020204" pitchFamily="34" charset="0"/>
        <a:buChar char="•"/>
        <a:defRPr sz="1600" b="0" i="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900"/>
        </a:spcBef>
        <a:buFont typeface="Arial" panose="020B0604020202020204" pitchFamily="34" charset="0"/>
        <a:buChar char="•"/>
        <a:defRPr sz="1400" b="0" i="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teacheconomy.de/" TargetMode="External"/><Relationship Id="rId3" Type="http://schemas.openxmlformats.org/officeDocument/2006/relationships/hyperlink" Target="https://www.kas.de/de/web/soziale-marktwirtschaft/zielkonflikte-in-der-wirtschaftspolitik" TargetMode="External"/><Relationship Id="rId7" Type="http://schemas.openxmlformats.org/officeDocument/2006/relationships/hyperlink" Target="https://studienretter.de/indifferente-ziele/" TargetMode="Externa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9.xml"/><Relationship Id="rId6" Type="http://schemas.openxmlformats.org/officeDocument/2006/relationships/hyperlink" Target="https://studienretter.de/komplementaere-ziele/" TargetMode="External"/><Relationship Id="rId5" Type="http://schemas.openxmlformats.org/officeDocument/2006/relationships/hyperlink" Target="https://www.investopedia.com/terms/p/phillipscurve.asp" TargetMode="External"/><Relationship Id="rId4" Type="http://schemas.openxmlformats.org/officeDocument/2006/relationships/hyperlink" Target="https://studyflix.de/wirtschaft/magisches-sechseck-1970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5" name="Rectangle 64">
            <a:extLst>
              <a:ext uri="{FF2B5EF4-FFF2-40B4-BE49-F238E27FC236}">
                <a16:creationId xmlns:a16="http://schemas.microsoft.com/office/drawing/2014/main" id="{557B0AD7-E991-E343-BF68-F1188152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4ECD36AC-0C99-4D0A-A343-3F8389CFE819}"/>
              </a:ext>
            </a:extLst>
          </p:cNvPr>
          <p:cNvSpPr/>
          <p:nvPr/>
        </p:nvSpPr>
        <p:spPr>
          <a:xfrm>
            <a:off x="2608446" y="683394"/>
            <a:ext cx="6439301" cy="540939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Karikatur</a:t>
            </a:r>
          </a:p>
          <a:p>
            <a:pPr algn="ctr"/>
            <a:endParaRPr lang="de-DE" dirty="0"/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99FB1FF7-B535-45C9-9410-EBD4F790D0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642936"/>
            <a:ext cx="9753600" cy="5572125"/>
          </a:xfrm>
          <a:prstGeom prst="rect">
            <a:avLst/>
          </a:prstGeom>
        </p:spPr>
      </p:pic>
      <p:sp>
        <p:nvSpPr>
          <p:cNvPr id="4" name="Rechteck 3">
            <a:extLst>
              <a:ext uri="{FF2B5EF4-FFF2-40B4-BE49-F238E27FC236}">
                <a16:creationId xmlns:a16="http://schemas.microsoft.com/office/drawing/2014/main" id="{43163A64-B1D1-4C61-92EB-D9FA10D6997D}"/>
              </a:ext>
            </a:extLst>
          </p:cNvPr>
          <p:cNvSpPr/>
          <p:nvPr/>
        </p:nvSpPr>
        <p:spPr>
          <a:xfrm>
            <a:off x="5732846" y="683394"/>
            <a:ext cx="2934904" cy="1443856"/>
          </a:xfrm>
          <a:prstGeom prst="rect">
            <a:avLst/>
          </a:prstGeom>
          <a:solidFill>
            <a:srgbClr val="F4F5EF"/>
          </a:solidFill>
          <a:ln>
            <a:solidFill>
              <a:srgbClr val="F4F5E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B65E7E69-6569-4F3E-90A3-D5FEC6045AF5}"/>
              </a:ext>
            </a:extLst>
          </p:cNvPr>
          <p:cNvSpPr txBox="1"/>
          <p:nvPr/>
        </p:nvSpPr>
        <p:spPr>
          <a:xfrm>
            <a:off x="3224797" y="1634387"/>
            <a:ext cx="58229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spc="-150" dirty="0">
                <a:solidFill>
                  <a:srgbClr val="2C2B27"/>
                </a:solidFill>
                <a:latin typeface="Bradley Hand ITC" panose="03070402050302030203" pitchFamily="66" charset="0"/>
              </a:rPr>
              <a:t>ES  IST  SO  SCHWER ,  ALLE  GLÜCKLICH  ZU  MACHEN</a:t>
            </a:r>
          </a:p>
        </p:txBody>
      </p:sp>
    </p:spTree>
    <p:extLst>
      <p:ext uri="{BB962C8B-B14F-4D97-AF65-F5344CB8AC3E}">
        <p14:creationId xmlns:p14="http://schemas.microsoft.com/office/powerpoint/2010/main" val="15774998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1">
            <a:extLst>
              <a:ext uri="{FF2B5EF4-FFF2-40B4-BE49-F238E27FC236}">
                <a16:creationId xmlns:a16="http://schemas.microsoft.com/office/drawing/2014/main" id="{322A4BF0-C217-48B3-9A60-59DE5E5612F4}"/>
              </a:ext>
            </a:extLst>
          </p:cNvPr>
          <p:cNvSpPr txBox="1">
            <a:spLocks/>
          </p:cNvSpPr>
          <p:nvPr/>
        </p:nvSpPr>
        <p:spPr>
          <a:xfrm>
            <a:off x="2359084" y="1458237"/>
            <a:ext cx="6969505" cy="286640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b="1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90000"/>
              </a:lnSpc>
            </a:pPr>
            <a:r>
              <a:rPr lang="de-DE" sz="4100" dirty="0">
                <a:solidFill>
                  <a:srgbClr val="5F1767"/>
                </a:solidFill>
              </a:rPr>
              <a:t>Beziehungen zwischen den wirtschaftspolitischen Zielen der sozialen Marktwirtschaft</a:t>
            </a:r>
          </a:p>
          <a:p>
            <a:pPr algn="ctr"/>
            <a:r>
              <a:rPr lang="de-DE" sz="1400" b="0" dirty="0"/>
              <a:t>Von Leon Reutlinger, Stefan Sandig </a:t>
            </a:r>
          </a:p>
          <a:p>
            <a:pPr algn="ctr"/>
            <a:r>
              <a:rPr lang="de-DE" sz="1400" b="0" dirty="0"/>
              <a:t>und Leopold Winkelbach</a:t>
            </a:r>
          </a:p>
          <a:p>
            <a:pPr algn="ctr">
              <a:lnSpc>
                <a:spcPct val="90000"/>
              </a:lnSpc>
            </a:pPr>
            <a:endParaRPr lang="de-DE" sz="1800" dirty="0"/>
          </a:p>
        </p:txBody>
      </p:sp>
    </p:spTree>
    <p:extLst>
      <p:ext uri="{BB962C8B-B14F-4D97-AF65-F5344CB8AC3E}">
        <p14:creationId xmlns:p14="http://schemas.microsoft.com/office/powerpoint/2010/main" val="5467888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35BC800-D531-4E5C-B03D-F9EA2B0AB2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>
                <a:solidFill>
                  <a:srgbClr val="5F1767"/>
                </a:solidFill>
              </a:rPr>
              <a:t>Struktur</a:t>
            </a:r>
            <a:r>
              <a:rPr lang="de-DE" dirty="0"/>
              <a:t>: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56796E42-00A5-4813-B7D2-6D9F05523600}"/>
              </a:ext>
            </a:extLst>
          </p:cNvPr>
          <p:cNvSpPr txBox="1"/>
          <p:nvPr/>
        </p:nvSpPr>
        <p:spPr>
          <a:xfrm>
            <a:off x="565150" y="1855208"/>
            <a:ext cx="31242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400" dirty="0"/>
              <a:t>Komplementäre</a:t>
            </a:r>
          </a:p>
          <a:p>
            <a:pPr algn="ctr"/>
            <a:r>
              <a:rPr lang="de-DE" sz="2400" dirty="0"/>
              <a:t>     Beziehungen</a:t>
            </a:r>
            <a:r>
              <a:rPr lang="de-DE" dirty="0"/>
              <a:t>	</a:t>
            </a:r>
          </a:p>
          <a:p>
            <a:endParaRPr lang="de-DE" dirty="0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AB4A89EA-9C0C-411A-9B45-CD58EAFE8C48}"/>
              </a:ext>
            </a:extLst>
          </p:cNvPr>
          <p:cNvSpPr txBox="1"/>
          <p:nvPr/>
        </p:nvSpPr>
        <p:spPr>
          <a:xfrm>
            <a:off x="3994528" y="1855208"/>
            <a:ext cx="3124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400" dirty="0"/>
              <a:t>Konkurrierende Beziehungen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52D32E2A-D052-46B6-8FC5-181BF2127BF6}"/>
              </a:ext>
            </a:extLst>
          </p:cNvPr>
          <p:cNvSpPr txBox="1"/>
          <p:nvPr/>
        </p:nvSpPr>
        <p:spPr>
          <a:xfrm>
            <a:off x="7228059" y="1815058"/>
            <a:ext cx="3124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400" dirty="0"/>
              <a:t>Indifferente Beziehungen</a:t>
            </a:r>
            <a:endParaRPr lang="de-DE" dirty="0"/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CF893715-45D2-4501-BB82-F68F7F28CBFD}"/>
              </a:ext>
            </a:extLst>
          </p:cNvPr>
          <p:cNvSpPr txBox="1"/>
          <p:nvPr/>
        </p:nvSpPr>
        <p:spPr>
          <a:xfrm>
            <a:off x="4110606" y="3429000"/>
            <a:ext cx="3124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Zielbeziehungen der Sozialen Marktwirtschaft</a:t>
            </a:r>
          </a:p>
          <a:p>
            <a:pPr algn="ctr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4251091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9001ACB-A08F-4288-9D95-AA47F951FD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DE" dirty="0">
                <a:solidFill>
                  <a:srgbClr val="5F1767"/>
                </a:solidFill>
              </a:rPr>
              <a:t>Komplementäre</a:t>
            </a:r>
            <a:r>
              <a:rPr lang="de-DE" dirty="0"/>
              <a:t> Beziehungen	</a:t>
            </a:r>
          </a:p>
        </p:txBody>
      </p:sp>
      <p:sp>
        <p:nvSpPr>
          <p:cNvPr id="5" name="Rechteck: abgerundete Ecken 4">
            <a:extLst>
              <a:ext uri="{FF2B5EF4-FFF2-40B4-BE49-F238E27FC236}">
                <a16:creationId xmlns:a16="http://schemas.microsoft.com/office/drawing/2014/main" id="{4E54B1A0-77B1-4DFC-A140-379C84D61A5A}"/>
              </a:ext>
            </a:extLst>
          </p:cNvPr>
          <p:cNvSpPr/>
          <p:nvPr/>
        </p:nvSpPr>
        <p:spPr>
          <a:xfrm>
            <a:off x="565150" y="3756771"/>
            <a:ext cx="2261940" cy="106135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3600" dirty="0"/>
              <a:t>A</a:t>
            </a:r>
          </a:p>
        </p:txBody>
      </p:sp>
      <p:sp>
        <p:nvSpPr>
          <p:cNvPr id="6" name="Rechteck: abgerundete Ecken 5">
            <a:extLst>
              <a:ext uri="{FF2B5EF4-FFF2-40B4-BE49-F238E27FC236}">
                <a16:creationId xmlns:a16="http://schemas.microsoft.com/office/drawing/2014/main" id="{7055A638-260A-4B71-B26B-8239A416A248}"/>
              </a:ext>
            </a:extLst>
          </p:cNvPr>
          <p:cNvSpPr/>
          <p:nvPr/>
        </p:nvSpPr>
        <p:spPr>
          <a:xfrm>
            <a:off x="6194228" y="3756771"/>
            <a:ext cx="2261940" cy="106135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3600" dirty="0"/>
              <a:t>B</a:t>
            </a:r>
          </a:p>
        </p:txBody>
      </p:sp>
      <p:sp>
        <p:nvSpPr>
          <p:cNvPr id="10" name="Pfeil: nach oben 9">
            <a:extLst>
              <a:ext uri="{FF2B5EF4-FFF2-40B4-BE49-F238E27FC236}">
                <a16:creationId xmlns:a16="http://schemas.microsoft.com/office/drawing/2014/main" id="{CACF340D-BA12-41EC-93A1-3BA874CBC22E}"/>
              </a:ext>
            </a:extLst>
          </p:cNvPr>
          <p:cNvSpPr/>
          <p:nvPr/>
        </p:nvSpPr>
        <p:spPr>
          <a:xfrm>
            <a:off x="1498978" y="2574315"/>
            <a:ext cx="394283" cy="1061356"/>
          </a:xfrm>
          <a:prstGeom prst="upArrow">
            <a:avLst>
              <a:gd name="adj1" fmla="val 15957"/>
              <a:gd name="adj2" fmla="val 50000"/>
            </a:avLst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" name="Pfeil: nach oben 10">
            <a:extLst>
              <a:ext uri="{FF2B5EF4-FFF2-40B4-BE49-F238E27FC236}">
                <a16:creationId xmlns:a16="http://schemas.microsoft.com/office/drawing/2014/main" id="{F87A22D4-D2B3-417E-B3D7-FFB5B773E5FF}"/>
              </a:ext>
            </a:extLst>
          </p:cNvPr>
          <p:cNvSpPr/>
          <p:nvPr/>
        </p:nvSpPr>
        <p:spPr>
          <a:xfrm>
            <a:off x="7128056" y="2574315"/>
            <a:ext cx="394283" cy="1061356"/>
          </a:xfrm>
          <a:prstGeom prst="upArrow">
            <a:avLst>
              <a:gd name="adj1" fmla="val 15957"/>
              <a:gd name="adj2" fmla="val 50000"/>
            </a:avLst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13" name="Gerader Verbinder 12">
            <a:extLst>
              <a:ext uri="{FF2B5EF4-FFF2-40B4-BE49-F238E27FC236}">
                <a16:creationId xmlns:a16="http://schemas.microsoft.com/office/drawing/2014/main" id="{0CF4FECB-DCFD-4993-A763-00C4CCE506D4}"/>
              </a:ext>
            </a:extLst>
          </p:cNvPr>
          <p:cNvCxnSpPr>
            <a:stCxn id="5" idx="3"/>
            <a:endCxn id="6" idx="1"/>
          </p:cNvCxnSpPr>
          <p:nvPr/>
        </p:nvCxnSpPr>
        <p:spPr>
          <a:xfrm>
            <a:off x="2827090" y="4287449"/>
            <a:ext cx="3367138" cy="0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4" name="Textfeld 13">
            <a:extLst>
              <a:ext uri="{FF2B5EF4-FFF2-40B4-BE49-F238E27FC236}">
                <a16:creationId xmlns:a16="http://schemas.microsoft.com/office/drawing/2014/main" id="{BD7B2255-6655-485F-8637-34A60A742920}"/>
              </a:ext>
            </a:extLst>
          </p:cNvPr>
          <p:cNvSpPr txBox="1"/>
          <p:nvPr/>
        </p:nvSpPr>
        <p:spPr>
          <a:xfrm>
            <a:off x="3323483" y="3797867"/>
            <a:ext cx="2374351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800" dirty="0"/>
              <a:t>Gegenseitig </a:t>
            </a:r>
          </a:p>
          <a:p>
            <a:pPr algn="ctr"/>
            <a:r>
              <a:rPr lang="de-DE" sz="2800" dirty="0"/>
              <a:t>fördernd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9992289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10" grpId="0" animBg="1"/>
      <p:bldP spid="11" grpId="0" animBg="1"/>
      <p:bldP spid="1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F0CAFDA3-320A-C24D-A7A1-20C1267EC9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928528" y="0"/>
            <a:ext cx="3263472" cy="6858000"/>
            <a:chOff x="8928528" y="0"/>
            <a:chExt cx="3263472" cy="6858000"/>
          </a:xfrm>
        </p:grpSpPr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D2411669-6E2C-2243-99CD-6BC9D724FA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8528" y="806362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 23">
              <a:extLst>
                <a:ext uri="{FF2B5EF4-FFF2-40B4-BE49-F238E27FC236}">
                  <a16:creationId xmlns:a16="http://schemas.microsoft.com/office/drawing/2014/main" id="{C4E0C522-0F40-ED44-A700-F1BCD1CF74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8528" y="0"/>
              <a:ext cx="1130724" cy="565573"/>
            </a:xfrm>
            <a:custGeom>
              <a:avLst/>
              <a:gdLst>
                <a:gd name="connsiteX0" fmla="*/ 22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2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 24">
              <a:extLst>
                <a:ext uri="{FF2B5EF4-FFF2-40B4-BE49-F238E27FC236}">
                  <a16:creationId xmlns:a16="http://schemas.microsoft.com/office/drawing/2014/main" id="{B79B4380-CBEC-C341-A10E-5EF9A85979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1391" y="6292417"/>
              <a:ext cx="1130724" cy="565583"/>
            </a:xfrm>
            <a:custGeom>
              <a:avLst/>
              <a:gdLst>
                <a:gd name="connsiteX0" fmla="*/ 565362 w 1130724"/>
                <a:gd name="connsiteY0" fmla="*/ 0 h 565583"/>
                <a:gd name="connsiteX1" fmla="*/ 1130724 w 1130724"/>
                <a:gd name="connsiteY1" fmla="*/ 565362 h 565583"/>
                <a:gd name="connsiteX2" fmla="*/ 1130702 w 1130724"/>
                <a:gd name="connsiteY2" fmla="*/ 565583 h 565583"/>
                <a:gd name="connsiteX3" fmla="*/ 22 w 1130724"/>
                <a:gd name="connsiteY3" fmla="*/ 565583 h 565583"/>
                <a:gd name="connsiteX4" fmla="*/ 0 w 1130724"/>
                <a:gd name="connsiteY4" fmla="*/ 565362 h 565583"/>
                <a:gd name="connsiteX5" fmla="*/ 565362 w 1130724"/>
                <a:gd name="connsiteY5" fmla="*/ 0 h 5655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83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2" y="565583"/>
                  </a:lnTo>
                  <a:lnTo>
                    <a:pt x="22" y="565583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F04AD70E-5490-4C4E-A05D-D67949C51A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1392" y="3549390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128A8883-9F24-0047-92B7-45B3D2E7D9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1392" y="2177876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AAC3A3BB-FD2C-FB44-9478-FA87EF229D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1392" y="806363"/>
              <a:ext cx="1130724" cy="113072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Freeform 28">
              <a:extLst>
                <a:ext uri="{FF2B5EF4-FFF2-40B4-BE49-F238E27FC236}">
                  <a16:creationId xmlns:a16="http://schemas.microsoft.com/office/drawing/2014/main" id="{BF46B3B1-E981-BB40-B916-51A6D38519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1392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 29">
              <a:extLst>
                <a:ext uri="{FF2B5EF4-FFF2-40B4-BE49-F238E27FC236}">
                  <a16:creationId xmlns:a16="http://schemas.microsoft.com/office/drawing/2014/main" id="{EA7DAE92-7D6B-B042-83BE-047C8EC322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4256" y="6295201"/>
              <a:ext cx="537744" cy="562799"/>
            </a:xfrm>
            <a:custGeom>
              <a:avLst/>
              <a:gdLst>
                <a:gd name="connsiteX0" fmla="*/ 537744 w 537744"/>
                <a:gd name="connsiteY0" fmla="*/ 0 h 562799"/>
                <a:gd name="connsiteX1" fmla="*/ 537744 w 537744"/>
                <a:gd name="connsiteY1" fmla="*/ 562799 h 562799"/>
                <a:gd name="connsiteX2" fmla="*/ 22 w 537744"/>
                <a:gd name="connsiteY2" fmla="*/ 562799 h 562799"/>
                <a:gd name="connsiteX3" fmla="*/ 0 w 537744"/>
                <a:gd name="connsiteY3" fmla="*/ 562578 h 562799"/>
                <a:gd name="connsiteX4" fmla="*/ 451422 w 537744"/>
                <a:gd name="connsiteY4" fmla="*/ 8702 h 562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562799">
                  <a:moveTo>
                    <a:pt x="537744" y="0"/>
                  </a:moveTo>
                  <a:lnTo>
                    <a:pt x="537744" y="562799"/>
                  </a:lnTo>
                  <a:lnTo>
                    <a:pt x="22" y="562799"/>
                  </a:lnTo>
                  <a:lnTo>
                    <a:pt x="0" y="562578"/>
                  </a:ln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" name="Freeform 30">
              <a:extLst>
                <a:ext uri="{FF2B5EF4-FFF2-40B4-BE49-F238E27FC236}">
                  <a16:creationId xmlns:a16="http://schemas.microsoft.com/office/drawing/2014/main" id="{06AADCE6-4277-EA49-AF23-63B53CA677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4256" y="4923687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2" name="Freeform 31">
              <a:extLst>
                <a:ext uri="{FF2B5EF4-FFF2-40B4-BE49-F238E27FC236}">
                  <a16:creationId xmlns:a16="http://schemas.microsoft.com/office/drawing/2014/main" id="{58CEA343-047B-DF4E-A7A8-881C7740EA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4256" y="3552173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3" name="Freeform 32">
              <a:extLst>
                <a:ext uri="{FF2B5EF4-FFF2-40B4-BE49-F238E27FC236}">
                  <a16:creationId xmlns:a16="http://schemas.microsoft.com/office/drawing/2014/main" id="{FCCBAA07-17CE-2740-AA04-AEDA5EAD27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4256" y="2180659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4" name="Freeform 33">
              <a:extLst>
                <a:ext uri="{FF2B5EF4-FFF2-40B4-BE49-F238E27FC236}">
                  <a16:creationId xmlns:a16="http://schemas.microsoft.com/office/drawing/2014/main" id="{BF15C430-7951-6040-BD4C-4E996E9448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4256" y="809146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5" name="Freeform 34">
              <a:extLst>
                <a:ext uri="{FF2B5EF4-FFF2-40B4-BE49-F238E27FC236}">
                  <a16:creationId xmlns:a16="http://schemas.microsoft.com/office/drawing/2014/main" id="{0B3467F9-370D-5C4C-9EDE-E0CA0E4015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4256" y="0"/>
              <a:ext cx="537744" cy="562788"/>
            </a:xfrm>
            <a:custGeom>
              <a:avLst/>
              <a:gdLst>
                <a:gd name="connsiteX0" fmla="*/ 21 w 537744"/>
                <a:gd name="connsiteY0" fmla="*/ 0 h 562788"/>
                <a:gd name="connsiteX1" fmla="*/ 537744 w 537744"/>
                <a:gd name="connsiteY1" fmla="*/ 0 h 562788"/>
                <a:gd name="connsiteX2" fmla="*/ 537744 w 537744"/>
                <a:gd name="connsiteY2" fmla="*/ 562788 h 562788"/>
                <a:gd name="connsiteX3" fmla="*/ 451422 w 537744"/>
                <a:gd name="connsiteY3" fmla="*/ 554086 h 562788"/>
                <a:gd name="connsiteX4" fmla="*/ 0 w 537744"/>
                <a:gd name="connsiteY4" fmla="*/ 211 h 5627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562788">
                  <a:moveTo>
                    <a:pt x="21" y="0"/>
                  </a:moveTo>
                  <a:lnTo>
                    <a:pt x="537744" y="0"/>
                  </a:lnTo>
                  <a:lnTo>
                    <a:pt x="537744" y="562788"/>
                  </a:lnTo>
                  <a:lnTo>
                    <a:pt x="451422" y="554086"/>
                  </a:lnTo>
                  <a:cubicBezTo>
                    <a:pt x="193796" y="501368"/>
                    <a:pt x="0" y="273421"/>
                    <a:pt x="0" y="21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8231D73A-BA91-794F-8C09-4F4B41A6D0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65150" y="6087110"/>
            <a:ext cx="7335835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4EFE82FE-7465-AE46-88DF-34D347E83B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B338E128-2DC0-459D-90A6-9406CB9E86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51" y="770890"/>
            <a:ext cx="4133559" cy="1268984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lnSpc>
                <a:spcPct val="90000"/>
              </a:lnSpc>
            </a:pPr>
            <a:r>
              <a:rPr lang="en-US" sz="2800" dirty="0" err="1">
                <a:solidFill>
                  <a:srgbClr val="5F1767"/>
                </a:solidFill>
              </a:rPr>
              <a:t>Wirtschaftswachstum</a:t>
            </a:r>
            <a:br>
              <a:rPr lang="en-US" sz="2800" dirty="0">
                <a:solidFill>
                  <a:srgbClr val="5F1767"/>
                </a:solidFill>
              </a:rPr>
            </a:br>
            <a:r>
              <a:rPr lang="en-US" sz="2800" dirty="0">
                <a:solidFill>
                  <a:srgbClr val="5F1767"/>
                </a:solidFill>
              </a:rPr>
              <a:t>+</a:t>
            </a:r>
            <a:br>
              <a:rPr lang="en-US" sz="2800" dirty="0">
                <a:solidFill>
                  <a:srgbClr val="5F1767"/>
                </a:solidFill>
              </a:rPr>
            </a:br>
            <a:r>
              <a:rPr lang="en-US" sz="2800" dirty="0" err="1">
                <a:solidFill>
                  <a:srgbClr val="5F1767"/>
                </a:solidFill>
              </a:rPr>
              <a:t>Niedrige</a:t>
            </a:r>
            <a:r>
              <a:rPr lang="en-US" sz="2800" dirty="0">
                <a:solidFill>
                  <a:srgbClr val="5F1767"/>
                </a:solidFill>
              </a:rPr>
              <a:t> </a:t>
            </a:r>
            <a:br>
              <a:rPr lang="en-US" sz="2800" dirty="0">
                <a:solidFill>
                  <a:srgbClr val="5F1767"/>
                </a:solidFill>
              </a:rPr>
            </a:br>
            <a:r>
              <a:rPr lang="en-US" sz="2800" dirty="0" err="1">
                <a:solidFill>
                  <a:srgbClr val="5F1767"/>
                </a:solidFill>
              </a:rPr>
              <a:t>Arbeitslosenquote</a:t>
            </a:r>
            <a:endParaRPr lang="en-US" sz="2800" dirty="0">
              <a:solidFill>
                <a:srgbClr val="5F1767"/>
              </a:solidFill>
            </a:endParaRP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9707D068-8081-4CCB-8646-7A15878FD7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569977" y="549831"/>
            <a:ext cx="2692873" cy="1023695"/>
          </a:xfr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dirty="0"/>
              <a:t>Alban William Phillips 1958</a:t>
            </a:r>
          </a:p>
          <a:p>
            <a:endParaRPr lang="en-US" dirty="0"/>
          </a:p>
        </p:txBody>
      </p:sp>
      <p:pic>
        <p:nvPicPr>
          <p:cNvPr id="6" name="Bildplatzhalter 5">
            <a:extLst>
              <a:ext uri="{FF2B5EF4-FFF2-40B4-BE49-F238E27FC236}">
                <a16:creationId xmlns:a16="http://schemas.microsoft.com/office/drawing/2014/main" id="{E6B0AA9F-4E3E-4B87-B747-892C8EB02546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0385" y="1603820"/>
            <a:ext cx="3503786" cy="3207980"/>
          </a:xfrm>
          <a:prstGeom prst="rect">
            <a:avLst/>
          </a:prstGeom>
        </p:spPr>
      </p:pic>
      <p:grpSp>
        <p:nvGrpSpPr>
          <p:cNvPr id="31" name="Group 30">
            <a:extLst>
              <a:ext uri="{FF2B5EF4-FFF2-40B4-BE49-F238E27FC236}">
                <a16:creationId xmlns:a16="http://schemas.microsoft.com/office/drawing/2014/main" id="{1B5E71B3-7269-894E-A00B-31D341365F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290315" y="0"/>
            <a:ext cx="1901686" cy="4677439"/>
            <a:chOff x="10290315" y="0"/>
            <a:chExt cx="1901686" cy="4677439"/>
          </a:xfrm>
        </p:grpSpPr>
        <p:sp>
          <p:nvSpPr>
            <p:cNvPr id="32" name="Freeform 85">
              <a:extLst>
                <a:ext uri="{FF2B5EF4-FFF2-40B4-BE49-F238E27FC236}">
                  <a16:creationId xmlns:a16="http://schemas.microsoft.com/office/drawing/2014/main" id="{FFFA3A20-1539-CC4A-9BE1-7415FE5A98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3" name="Freeform 87">
              <a:extLst>
                <a:ext uri="{FF2B5EF4-FFF2-40B4-BE49-F238E27FC236}">
                  <a16:creationId xmlns:a16="http://schemas.microsoft.com/office/drawing/2014/main" id="{44EBCCFB-8EAB-2442-8E02-293F08D50B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4" name="Freeform 89">
              <a:extLst>
                <a:ext uri="{FF2B5EF4-FFF2-40B4-BE49-F238E27FC236}">
                  <a16:creationId xmlns:a16="http://schemas.microsoft.com/office/drawing/2014/main" id="{AFD14830-CC36-D64E-8173-3980425632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5" name="Freeform 97">
              <a:extLst>
                <a:ext uri="{FF2B5EF4-FFF2-40B4-BE49-F238E27FC236}">
                  <a16:creationId xmlns:a16="http://schemas.microsoft.com/office/drawing/2014/main" id="{FAA40AB8-EB6E-A44D-B3CA-7D25B64F5A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A0A01F17-907D-3541-BBAF-A33828880D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65150" y="6087110"/>
            <a:ext cx="413356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feld 4">
            <a:extLst>
              <a:ext uri="{FF2B5EF4-FFF2-40B4-BE49-F238E27FC236}">
                <a16:creationId xmlns:a16="http://schemas.microsoft.com/office/drawing/2014/main" id="{D8871906-B050-4A2C-9198-971AE05E2A3D}"/>
              </a:ext>
            </a:extLst>
          </p:cNvPr>
          <p:cNvSpPr txBox="1"/>
          <p:nvPr/>
        </p:nvSpPr>
        <p:spPr>
          <a:xfrm>
            <a:off x="3363604" y="3105834"/>
            <a:ext cx="45486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Wirtschaftswachstum = leichte Inflation</a:t>
            </a:r>
          </a:p>
          <a:p>
            <a:endParaRPr lang="de-DE" dirty="0"/>
          </a:p>
        </p:txBody>
      </p:sp>
      <p:sp>
        <p:nvSpPr>
          <p:cNvPr id="9" name="Pfeil: nach unten 8">
            <a:extLst>
              <a:ext uri="{FF2B5EF4-FFF2-40B4-BE49-F238E27FC236}">
                <a16:creationId xmlns:a16="http://schemas.microsoft.com/office/drawing/2014/main" id="{10ACFE5A-0BB9-4F19-B9BF-1B4E7005F8CF}"/>
              </a:ext>
            </a:extLst>
          </p:cNvPr>
          <p:cNvSpPr/>
          <p:nvPr/>
        </p:nvSpPr>
        <p:spPr>
          <a:xfrm>
            <a:off x="7783750" y="3917808"/>
            <a:ext cx="337056" cy="443165"/>
          </a:xfrm>
          <a:prstGeom prst="downArrow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F9A44DFB-DB5A-4531-8591-CEDE6E51C10C}"/>
              </a:ext>
            </a:extLst>
          </p:cNvPr>
          <p:cNvSpPr txBox="1"/>
          <p:nvPr/>
        </p:nvSpPr>
        <p:spPr>
          <a:xfrm>
            <a:off x="5562200" y="3887581"/>
            <a:ext cx="21614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Arbeitslosenquote </a:t>
            </a:r>
          </a:p>
          <a:p>
            <a:endParaRPr lang="de-DE" dirty="0"/>
          </a:p>
        </p:txBody>
      </p:sp>
      <p:sp>
        <p:nvSpPr>
          <p:cNvPr id="11" name="Pfeil: nach oben 10">
            <a:extLst>
              <a:ext uri="{FF2B5EF4-FFF2-40B4-BE49-F238E27FC236}">
                <a16:creationId xmlns:a16="http://schemas.microsoft.com/office/drawing/2014/main" id="{A59ABDFB-563C-4FE2-8CE1-8C3ED08CCAC7}"/>
              </a:ext>
            </a:extLst>
          </p:cNvPr>
          <p:cNvSpPr/>
          <p:nvPr/>
        </p:nvSpPr>
        <p:spPr>
          <a:xfrm>
            <a:off x="4651048" y="3883742"/>
            <a:ext cx="324573" cy="413932"/>
          </a:xfrm>
          <a:prstGeom prst="upArrow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rgbClr val="FF9966"/>
              </a:solidFill>
            </a:endParaRPr>
          </a:p>
        </p:txBody>
      </p:sp>
      <p:sp>
        <p:nvSpPr>
          <p:cNvPr id="26" name="Textfeld 25">
            <a:extLst>
              <a:ext uri="{FF2B5EF4-FFF2-40B4-BE49-F238E27FC236}">
                <a16:creationId xmlns:a16="http://schemas.microsoft.com/office/drawing/2014/main" id="{DFF05A09-C6AF-4721-8894-CE08E013F1C8}"/>
              </a:ext>
            </a:extLst>
          </p:cNvPr>
          <p:cNvSpPr txBox="1"/>
          <p:nvPr/>
        </p:nvSpPr>
        <p:spPr>
          <a:xfrm>
            <a:off x="3529634" y="3916418"/>
            <a:ext cx="12744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Inflation</a:t>
            </a:r>
          </a:p>
        </p:txBody>
      </p:sp>
      <p:sp>
        <p:nvSpPr>
          <p:cNvPr id="30" name="Pfeil: nach oben 29">
            <a:extLst>
              <a:ext uri="{FF2B5EF4-FFF2-40B4-BE49-F238E27FC236}">
                <a16:creationId xmlns:a16="http://schemas.microsoft.com/office/drawing/2014/main" id="{0BC3ADB3-0D22-4D5C-AB73-339FCE4A319E}"/>
              </a:ext>
            </a:extLst>
          </p:cNvPr>
          <p:cNvSpPr/>
          <p:nvPr/>
        </p:nvSpPr>
        <p:spPr>
          <a:xfrm rot="15652461">
            <a:off x="7791318" y="1713779"/>
            <a:ext cx="219334" cy="1130723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6" name="Pfeil: nach oben 35">
            <a:extLst>
              <a:ext uri="{FF2B5EF4-FFF2-40B4-BE49-F238E27FC236}">
                <a16:creationId xmlns:a16="http://schemas.microsoft.com/office/drawing/2014/main" id="{2B4D87EC-3564-4DF5-B2C1-0ACC1375B911}"/>
              </a:ext>
            </a:extLst>
          </p:cNvPr>
          <p:cNvSpPr/>
          <p:nvPr/>
        </p:nvSpPr>
        <p:spPr>
          <a:xfrm rot="12541913">
            <a:off x="7729242" y="4255514"/>
            <a:ext cx="145497" cy="827627"/>
          </a:xfrm>
          <a:prstGeom prst="upArrow">
            <a:avLst>
              <a:gd name="adj1" fmla="val 12479"/>
              <a:gd name="adj2" fmla="val 50000"/>
            </a:avLst>
          </a:prstGeom>
          <a:solidFill>
            <a:schemeClr val="tx1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8" name="Textfeld 37">
            <a:extLst>
              <a:ext uri="{FF2B5EF4-FFF2-40B4-BE49-F238E27FC236}">
                <a16:creationId xmlns:a16="http://schemas.microsoft.com/office/drawing/2014/main" id="{2EA8CF3A-45EB-4D77-9E1B-5F4BB49DD130}"/>
              </a:ext>
            </a:extLst>
          </p:cNvPr>
          <p:cNvSpPr txBox="1"/>
          <p:nvPr/>
        </p:nvSpPr>
        <p:spPr>
          <a:xfrm>
            <a:off x="6816780" y="5053560"/>
            <a:ext cx="14415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400" dirty="0"/>
              <a:t>Natürliche Arbeitsquote</a:t>
            </a:r>
          </a:p>
        </p:txBody>
      </p:sp>
    </p:spTree>
    <p:extLst>
      <p:ext uri="{BB962C8B-B14F-4D97-AF65-F5344CB8AC3E}">
        <p14:creationId xmlns:p14="http://schemas.microsoft.com/office/powerpoint/2010/main" val="338094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08333E-7 0 L -0.225 -0.04144 " pathEditMode="relative" rAng="0" ptsTypes="AA">
                                      <p:cBhvr>
                                        <p:cTn id="29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1250" y="-2083"/>
                                    </p:animMotion>
                                  </p:childTnLst>
                                </p:cTn>
                              </p:par>
                              <p:par>
                                <p:cTn id="30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3.33333E-6 L -0.24024 0.06319 " pathEditMode="relative" rAng="0" ptsTypes="AA">
                                      <p:cBhvr>
                                        <p:cTn id="31" dur="2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2018" y="3148"/>
                                    </p:animMotion>
                                  </p:childTnLst>
                                </p:cTn>
                              </p:par>
                              <p:par>
                                <p:cTn id="32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66667E-6 1.11111E-6 L -0.2513 0.0669 " pathEditMode="relative" rAng="0" ptsTypes="AA">
                                      <p:cBhvr>
                                        <p:cTn id="33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2565" y="3333"/>
                                    </p:animMotion>
                                  </p:childTnLst>
                                </p:cTn>
                              </p:par>
                              <p:par>
                                <p:cTn id="34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66667E-6 3.7037E-6 L -0.24401 0.06041 " pathEditMode="relative" rAng="0" ptsTypes="AA">
                                      <p:cBhvr>
                                        <p:cTn id="35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2201" y="3009"/>
                                    </p:animMotion>
                                  </p:childTnLst>
                                </p:cTn>
                              </p:par>
                              <p:par>
                                <p:cTn id="36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54167E-6 -2.22222E-6 L -0.25325 0.05648 " pathEditMode="relative" rAng="0" ptsTypes="AA">
                                      <p:cBhvr>
                                        <p:cTn id="37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2669" y="282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2000"/>
                            </p:stCondLst>
                            <p:childTnLst>
                              <p:par>
                                <p:cTn id="3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"/>
                            </p:stCondLst>
                            <p:childTnLst>
                              <p:par>
                                <p:cTn id="51" presetID="37" presetClass="path" presetSubtype="0" accel="50000" decel="5000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08333E-7 -4.07407E-6 L 0.00742 0.05301 C 0.00898 0.06412 0.01198 0.08033 0.01602 0.09723 C 0.02057 0.11644 0.02474 0.13056 0.02826 0.13982 L 0.04479 0.18774 " pathEditMode="relative" rAng="4020000" ptsTypes="AAAAA">
                                      <p:cBhvr>
                                        <p:cTn id="52" dur="2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40" y="9606"/>
                                    </p:animMotion>
                                  </p:childTnLst>
                                </p:cTn>
                              </p:par>
                              <p:par>
                                <p:cTn id="53" presetID="8" presetClass="emph" presetSubtype="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animRot by="-2700000">
                                      <p:cBhvr>
                                        <p:cTn id="54" dur="1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00"/>
                            </p:stCondLst>
                            <p:childTnLst>
                              <p:par>
                                <p:cTn id="6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5" grpId="0"/>
      <p:bldP spid="5" grpId="1"/>
      <p:bldP spid="9" grpId="0" animBg="1"/>
      <p:bldP spid="9" grpId="1" animBg="1"/>
      <p:bldP spid="10" grpId="0"/>
      <p:bldP spid="10" grpId="1"/>
      <p:bldP spid="11" grpId="0" animBg="1"/>
      <p:bldP spid="11" grpId="1" animBg="1"/>
      <p:bldP spid="26" grpId="0"/>
      <p:bldP spid="26" grpId="1"/>
      <p:bldP spid="30" grpId="1" animBg="1"/>
      <p:bldP spid="30" grpId="2" animBg="1"/>
      <p:bldP spid="30" grpId="3" animBg="1"/>
      <p:bldP spid="36" grpId="0" animBg="1"/>
      <p:bldP spid="3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6FF879D-641F-4228-AC1B-42E3BFD45C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DE" dirty="0">
                <a:solidFill>
                  <a:srgbClr val="5F1767"/>
                </a:solidFill>
              </a:rPr>
              <a:t>Konkurrierende Beziehungen </a:t>
            </a:r>
          </a:p>
        </p:txBody>
      </p:sp>
      <p:sp>
        <p:nvSpPr>
          <p:cNvPr id="8" name="Rechteck: abgerundete Ecken 7">
            <a:extLst>
              <a:ext uri="{FF2B5EF4-FFF2-40B4-BE49-F238E27FC236}">
                <a16:creationId xmlns:a16="http://schemas.microsoft.com/office/drawing/2014/main" id="{24F72486-DEC0-424F-B760-4ABC1CAAA03E}"/>
              </a:ext>
            </a:extLst>
          </p:cNvPr>
          <p:cNvSpPr/>
          <p:nvPr/>
        </p:nvSpPr>
        <p:spPr>
          <a:xfrm>
            <a:off x="1090629" y="2839974"/>
            <a:ext cx="2261940" cy="106135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3600" dirty="0"/>
              <a:t>A</a:t>
            </a:r>
          </a:p>
        </p:txBody>
      </p:sp>
      <p:sp>
        <p:nvSpPr>
          <p:cNvPr id="9" name="Rechteck: abgerundete Ecken 8">
            <a:extLst>
              <a:ext uri="{FF2B5EF4-FFF2-40B4-BE49-F238E27FC236}">
                <a16:creationId xmlns:a16="http://schemas.microsoft.com/office/drawing/2014/main" id="{F38C6FC9-E046-4CD7-8EC3-CEC191AB9E07}"/>
              </a:ext>
            </a:extLst>
          </p:cNvPr>
          <p:cNvSpPr/>
          <p:nvPr/>
        </p:nvSpPr>
        <p:spPr>
          <a:xfrm>
            <a:off x="6186248" y="2752156"/>
            <a:ext cx="2261940" cy="106135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3600" dirty="0"/>
              <a:t>B</a:t>
            </a:r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9FF43560-3C7C-4ADC-845C-CF2846BB726B}"/>
              </a:ext>
            </a:extLst>
          </p:cNvPr>
          <p:cNvSpPr txBox="1"/>
          <p:nvPr/>
        </p:nvSpPr>
        <p:spPr>
          <a:xfrm>
            <a:off x="1955986" y="5239043"/>
            <a:ext cx="591682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000" dirty="0"/>
              <a:t>Gegenseitig hindernd</a:t>
            </a:r>
          </a:p>
          <a:p>
            <a:endParaRPr lang="de-DE" dirty="0"/>
          </a:p>
        </p:txBody>
      </p:sp>
      <p:sp>
        <p:nvSpPr>
          <p:cNvPr id="18" name="Pfeil: nach oben 17">
            <a:extLst>
              <a:ext uri="{FF2B5EF4-FFF2-40B4-BE49-F238E27FC236}">
                <a16:creationId xmlns:a16="http://schemas.microsoft.com/office/drawing/2014/main" id="{82981BA8-B7BB-431C-AFFA-8007A8E676DD}"/>
              </a:ext>
            </a:extLst>
          </p:cNvPr>
          <p:cNvSpPr/>
          <p:nvPr/>
        </p:nvSpPr>
        <p:spPr>
          <a:xfrm rot="10800000">
            <a:off x="3778250" y="2975124"/>
            <a:ext cx="292100" cy="804926"/>
          </a:xfrm>
          <a:prstGeom prst="up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9" name="Pfeil: nach unten 18">
            <a:extLst>
              <a:ext uri="{FF2B5EF4-FFF2-40B4-BE49-F238E27FC236}">
                <a16:creationId xmlns:a16="http://schemas.microsoft.com/office/drawing/2014/main" id="{62DE1CB1-B02D-4F95-9ADC-AFEA194BB8D0}"/>
              </a:ext>
            </a:extLst>
          </p:cNvPr>
          <p:cNvSpPr/>
          <p:nvPr/>
        </p:nvSpPr>
        <p:spPr>
          <a:xfrm rot="10800000">
            <a:off x="5468467" y="2880371"/>
            <a:ext cx="292100" cy="804926"/>
          </a:xfrm>
          <a:prstGeom prst="downArrow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105818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104 4.81481E-6 L -0.00091 0.07754 " pathEditMode="relative" rAng="0" ptsTypes="AA">
                                      <p:cBhvr>
                                        <p:cTn id="27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866"/>
                                    </p:animMotion>
                                  </p:childTnLst>
                                </p:cTn>
                              </p:par>
                              <p:par>
                                <p:cTn id="28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78 0.0007 L -0.00117 -0.06458 " pathEditMode="relative" rAng="0" ptsTypes="AA">
                                      <p:cBhvr>
                                        <p:cTn id="29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6" y="-326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8" grpId="1" animBg="1"/>
      <p:bldP spid="9" grpId="0" animBg="1"/>
      <p:bldP spid="9" grpId="1" animBg="1"/>
      <p:bldP spid="17" grpId="0"/>
      <p:bldP spid="18" grpId="1" animBg="1"/>
      <p:bldP spid="19" grpId="1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338E128-2DC0-459D-90A6-9406CB9E86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dirty="0"/>
              <a:t>Beispiel				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AD172FA5-B521-4552-9B1D-2C01850D4246}"/>
              </a:ext>
            </a:extLst>
          </p:cNvPr>
          <p:cNvSpPr>
            <a:spLocks noGrp="1"/>
          </p:cNvSpPr>
          <p:nvPr>
            <p:ph type="pic" idx="1"/>
          </p:nvPr>
        </p:nvSpPr>
        <p:spPr/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9707D068-8081-4CCB-8646-7A15878FD7CC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de-DE" dirty="0"/>
              <a:t>Hier vielleicht noch </a:t>
            </a:r>
            <a:r>
              <a:rPr lang="de-DE" dirty="0" err="1"/>
              <a:t>infos</a:t>
            </a:r>
            <a:endParaRPr lang="de-DE" dirty="0"/>
          </a:p>
          <a:p>
            <a:endParaRPr lang="de-DE" dirty="0"/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0474444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6FF879D-641F-4228-AC1B-42E3BFD45C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>
                <a:solidFill>
                  <a:srgbClr val="5F1767"/>
                </a:solidFill>
              </a:rPr>
              <a:t>Indifferente Beziehungen</a:t>
            </a:r>
            <a:r>
              <a:rPr lang="de-DE" dirty="0"/>
              <a:t>	</a:t>
            </a:r>
          </a:p>
        </p:txBody>
      </p:sp>
      <p:sp>
        <p:nvSpPr>
          <p:cNvPr id="5" name="Rechteck: abgerundete Ecken 4">
            <a:extLst>
              <a:ext uri="{FF2B5EF4-FFF2-40B4-BE49-F238E27FC236}">
                <a16:creationId xmlns:a16="http://schemas.microsoft.com/office/drawing/2014/main" id="{AD11311E-97AD-49C9-A358-BB219077F4DF}"/>
              </a:ext>
            </a:extLst>
          </p:cNvPr>
          <p:cNvSpPr/>
          <p:nvPr/>
        </p:nvSpPr>
        <p:spPr>
          <a:xfrm>
            <a:off x="700501" y="2966641"/>
            <a:ext cx="2261940" cy="106135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3600" dirty="0"/>
              <a:t>A</a:t>
            </a:r>
          </a:p>
        </p:txBody>
      </p:sp>
      <p:sp>
        <p:nvSpPr>
          <p:cNvPr id="6" name="Rechteck: abgerundete Ecken 5">
            <a:extLst>
              <a:ext uri="{FF2B5EF4-FFF2-40B4-BE49-F238E27FC236}">
                <a16:creationId xmlns:a16="http://schemas.microsoft.com/office/drawing/2014/main" id="{999E4F32-2602-4877-ADEA-CC8B1BF856AC}"/>
              </a:ext>
            </a:extLst>
          </p:cNvPr>
          <p:cNvSpPr/>
          <p:nvPr/>
        </p:nvSpPr>
        <p:spPr>
          <a:xfrm>
            <a:off x="6648080" y="2898322"/>
            <a:ext cx="2261940" cy="106135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3600" dirty="0"/>
              <a:t>B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3016C03F-E676-457B-B80A-B85901D39143}"/>
              </a:ext>
            </a:extLst>
          </p:cNvPr>
          <p:cNvSpPr txBox="1"/>
          <p:nvPr/>
        </p:nvSpPr>
        <p:spPr>
          <a:xfrm>
            <a:off x="2597492" y="3749395"/>
            <a:ext cx="4561726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400" dirty="0"/>
              <a:t>In der Realität schwer umsetzbar</a:t>
            </a:r>
            <a:endParaRPr lang="de-DE" sz="2000" dirty="0"/>
          </a:p>
          <a:p>
            <a:endParaRPr lang="de-DE" dirty="0"/>
          </a:p>
        </p:txBody>
      </p:sp>
      <p:sp>
        <p:nvSpPr>
          <p:cNvPr id="12" name="Pfeil: nach links und rechts 11">
            <a:extLst>
              <a:ext uri="{FF2B5EF4-FFF2-40B4-BE49-F238E27FC236}">
                <a16:creationId xmlns:a16="http://schemas.microsoft.com/office/drawing/2014/main" id="{50268D7A-8A5D-43EF-BDEA-4D33FD58C0A8}"/>
              </a:ext>
            </a:extLst>
          </p:cNvPr>
          <p:cNvSpPr/>
          <p:nvPr/>
        </p:nvSpPr>
        <p:spPr>
          <a:xfrm rot="5400000">
            <a:off x="3084525" y="3300092"/>
            <a:ext cx="1061356" cy="384197"/>
          </a:xfrm>
          <a:prstGeom prst="leftRightArrow">
            <a:avLst/>
          </a:prstGeom>
          <a:solidFill>
            <a:srgbClr val="D9EF03"/>
          </a:solidFill>
          <a:ln>
            <a:solidFill>
              <a:srgbClr val="E6E61A"/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" name="Pfeil: nach links und rechts 12">
            <a:extLst>
              <a:ext uri="{FF2B5EF4-FFF2-40B4-BE49-F238E27FC236}">
                <a16:creationId xmlns:a16="http://schemas.microsoft.com/office/drawing/2014/main" id="{22D66FFD-32BD-4A9F-8648-9602BBFFB270}"/>
              </a:ext>
            </a:extLst>
          </p:cNvPr>
          <p:cNvSpPr/>
          <p:nvPr/>
        </p:nvSpPr>
        <p:spPr>
          <a:xfrm rot="5400000">
            <a:off x="5575595" y="3300094"/>
            <a:ext cx="1061356" cy="384197"/>
          </a:xfrm>
          <a:prstGeom prst="leftRightArrow">
            <a:avLst/>
          </a:prstGeom>
          <a:solidFill>
            <a:srgbClr val="D9EF03"/>
          </a:solidFill>
          <a:ln>
            <a:solidFill>
              <a:srgbClr val="E6E61A"/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AB461B60-D003-413D-91D6-986FA9EC9577}"/>
              </a:ext>
            </a:extLst>
          </p:cNvPr>
          <p:cNvSpPr txBox="1"/>
          <p:nvPr/>
        </p:nvSpPr>
        <p:spPr>
          <a:xfrm>
            <a:off x="3893906" y="3287730"/>
            <a:ext cx="19688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400" dirty="0"/>
              <a:t>Unabhängig</a:t>
            </a:r>
          </a:p>
        </p:txBody>
      </p:sp>
    </p:spTree>
    <p:extLst>
      <p:ext uri="{BB962C8B-B14F-4D97-AF65-F5344CB8AC3E}">
        <p14:creationId xmlns:p14="http://schemas.microsoft.com/office/powerpoint/2010/main" val="8826118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08333E-7 -3.7037E-6 L 0.00065 -0.2125 " pathEditMode="relative" rAng="0" ptsTypes="AA">
                                      <p:cBhvr>
                                        <p:cTn id="25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6" y="-10625"/>
                                    </p:animMotion>
                                  </p:childTnLst>
                                </p:cTn>
                              </p:par>
                              <p:par>
                                <p:cTn id="26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8.33333E-7 0 L 0.00078 -0.20255 " pathEditMode="relative" rAng="0" ptsTypes="AA">
                                      <p:cBhvr>
                                        <p:cTn id="27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9" y="-10139"/>
                                    </p:animMotion>
                                  </p:childTnLst>
                                </p:cTn>
                              </p:par>
                              <p:par>
                                <p:cTn id="28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25E-6 7.40741E-7 L -0.00078 -0.21181 " pathEditMode="relative" rAng="0" ptsTypes="AA">
                                      <p:cBhvr>
                                        <p:cTn id="29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9" y="-10602"/>
                                    </p:animMotion>
                                  </p:childTnLst>
                                </p:cTn>
                              </p:par>
                              <p:par>
                                <p:cTn id="30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08333E-7 -2.96296E-6 L 0.00104 -0.21551 " pathEditMode="relative" rAng="0" ptsTypes="AA">
                                      <p:cBhvr>
                                        <p:cTn id="31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2" y="-10787"/>
                                    </p:animMotion>
                                  </p:childTnLst>
                                </p:cTn>
                              </p:par>
                              <p:par>
                                <p:cTn id="32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375E-6 7.40741E-7 L 0.00013 -0.21181 " pathEditMode="relative" rAng="0" ptsTypes="AA">
                                      <p:cBhvr>
                                        <p:cTn id="33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060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000"/>
                            </p:stCondLst>
                            <p:childTnLst>
                              <p:par>
                                <p:cTn id="3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1" animBg="1"/>
      <p:bldP spid="5" grpId="2" animBg="1"/>
      <p:bldP spid="6" grpId="0" animBg="1"/>
      <p:bldP spid="6" grpId="1" animBg="1"/>
      <p:bldP spid="12" grpId="0" animBg="1"/>
      <p:bldP spid="12" grpId="1" animBg="1"/>
      <p:bldP spid="13" grpId="0" animBg="1"/>
      <p:bldP spid="13" grpId="1" animBg="1"/>
      <p:bldP spid="14" grpId="0"/>
      <p:bldP spid="14" grpId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roup 10">
            <a:extLst>
              <a:ext uri="{FF2B5EF4-FFF2-40B4-BE49-F238E27FC236}">
                <a16:creationId xmlns:a16="http://schemas.microsoft.com/office/drawing/2014/main" id="{F0CAFDA3-320A-C24D-A7A1-20C1267EC9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928528" y="0"/>
            <a:ext cx="3263472" cy="6858000"/>
            <a:chOff x="8928528" y="0"/>
            <a:chExt cx="3263472" cy="6858000"/>
          </a:xfrm>
        </p:grpSpPr>
        <p:sp>
          <p:nvSpPr>
            <p:cNvPr id="64" name="Oval 11">
              <a:extLst>
                <a:ext uri="{FF2B5EF4-FFF2-40B4-BE49-F238E27FC236}">
                  <a16:creationId xmlns:a16="http://schemas.microsoft.com/office/drawing/2014/main" id="{D2411669-6E2C-2243-99CD-6BC9D724FA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8528" y="806362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Freeform 23">
              <a:extLst>
                <a:ext uri="{FF2B5EF4-FFF2-40B4-BE49-F238E27FC236}">
                  <a16:creationId xmlns:a16="http://schemas.microsoft.com/office/drawing/2014/main" id="{C4E0C522-0F40-ED44-A700-F1BCD1CF74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8528" y="0"/>
              <a:ext cx="1130724" cy="565573"/>
            </a:xfrm>
            <a:custGeom>
              <a:avLst/>
              <a:gdLst>
                <a:gd name="connsiteX0" fmla="*/ 22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2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6" name="Freeform 24">
              <a:extLst>
                <a:ext uri="{FF2B5EF4-FFF2-40B4-BE49-F238E27FC236}">
                  <a16:creationId xmlns:a16="http://schemas.microsoft.com/office/drawing/2014/main" id="{B79B4380-CBEC-C341-A10E-5EF9A85979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1391" y="6292417"/>
              <a:ext cx="1130724" cy="565583"/>
            </a:xfrm>
            <a:custGeom>
              <a:avLst/>
              <a:gdLst>
                <a:gd name="connsiteX0" fmla="*/ 565362 w 1130724"/>
                <a:gd name="connsiteY0" fmla="*/ 0 h 565583"/>
                <a:gd name="connsiteX1" fmla="*/ 1130724 w 1130724"/>
                <a:gd name="connsiteY1" fmla="*/ 565362 h 565583"/>
                <a:gd name="connsiteX2" fmla="*/ 1130702 w 1130724"/>
                <a:gd name="connsiteY2" fmla="*/ 565583 h 565583"/>
                <a:gd name="connsiteX3" fmla="*/ 22 w 1130724"/>
                <a:gd name="connsiteY3" fmla="*/ 565583 h 565583"/>
                <a:gd name="connsiteX4" fmla="*/ 0 w 1130724"/>
                <a:gd name="connsiteY4" fmla="*/ 565362 h 565583"/>
                <a:gd name="connsiteX5" fmla="*/ 565362 w 1130724"/>
                <a:gd name="connsiteY5" fmla="*/ 0 h 5655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83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2" y="565583"/>
                  </a:lnTo>
                  <a:lnTo>
                    <a:pt x="22" y="565583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7" name="Oval 14">
              <a:extLst>
                <a:ext uri="{FF2B5EF4-FFF2-40B4-BE49-F238E27FC236}">
                  <a16:creationId xmlns:a16="http://schemas.microsoft.com/office/drawing/2014/main" id="{F04AD70E-5490-4C4E-A05D-D67949C51A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1392" y="3549390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Oval 15">
              <a:extLst>
                <a:ext uri="{FF2B5EF4-FFF2-40B4-BE49-F238E27FC236}">
                  <a16:creationId xmlns:a16="http://schemas.microsoft.com/office/drawing/2014/main" id="{128A8883-9F24-0047-92B7-45B3D2E7D9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1392" y="2177876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Oval 16">
              <a:extLst>
                <a:ext uri="{FF2B5EF4-FFF2-40B4-BE49-F238E27FC236}">
                  <a16:creationId xmlns:a16="http://schemas.microsoft.com/office/drawing/2014/main" id="{AAC3A3BB-FD2C-FB44-9478-FA87EF229D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1392" y="806363"/>
              <a:ext cx="1130724" cy="113072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Freeform 28">
              <a:extLst>
                <a:ext uri="{FF2B5EF4-FFF2-40B4-BE49-F238E27FC236}">
                  <a16:creationId xmlns:a16="http://schemas.microsoft.com/office/drawing/2014/main" id="{BF46B3B1-E981-BB40-B916-51A6D38519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1392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1" name="Freeform 29">
              <a:extLst>
                <a:ext uri="{FF2B5EF4-FFF2-40B4-BE49-F238E27FC236}">
                  <a16:creationId xmlns:a16="http://schemas.microsoft.com/office/drawing/2014/main" id="{EA7DAE92-7D6B-B042-83BE-047C8EC322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4256" y="6295201"/>
              <a:ext cx="537744" cy="562799"/>
            </a:xfrm>
            <a:custGeom>
              <a:avLst/>
              <a:gdLst>
                <a:gd name="connsiteX0" fmla="*/ 537744 w 537744"/>
                <a:gd name="connsiteY0" fmla="*/ 0 h 562799"/>
                <a:gd name="connsiteX1" fmla="*/ 537744 w 537744"/>
                <a:gd name="connsiteY1" fmla="*/ 562799 h 562799"/>
                <a:gd name="connsiteX2" fmla="*/ 22 w 537744"/>
                <a:gd name="connsiteY2" fmla="*/ 562799 h 562799"/>
                <a:gd name="connsiteX3" fmla="*/ 0 w 537744"/>
                <a:gd name="connsiteY3" fmla="*/ 562578 h 562799"/>
                <a:gd name="connsiteX4" fmla="*/ 451422 w 537744"/>
                <a:gd name="connsiteY4" fmla="*/ 8702 h 562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562799">
                  <a:moveTo>
                    <a:pt x="537744" y="0"/>
                  </a:moveTo>
                  <a:lnTo>
                    <a:pt x="537744" y="562799"/>
                  </a:lnTo>
                  <a:lnTo>
                    <a:pt x="22" y="562799"/>
                  </a:lnTo>
                  <a:lnTo>
                    <a:pt x="0" y="562578"/>
                  </a:ln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2" name="Freeform 30">
              <a:extLst>
                <a:ext uri="{FF2B5EF4-FFF2-40B4-BE49-F238E27FC236}">
                  <a16:creationId xmlns:a16="http://schemas.microsoft.com/office/drawing/2014/main" id="{06AADCE6-4277-EA49-AF23-63B53CA677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4256" y="4923687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3" name="Freeform 31">
              <a:extLst>
                <a:ext uri="{FF2B5EF4-FFF2-40B4-BE49-F238E27FC236}">
                  <a16:creationId xmlns:a16="http://schemas.microsoft.com/office/drawing/2014/main" id="{58CEA343-047B-DF4E-A7A8-881C7740EA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4256" y="3552173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4" name="Freeform 32">
              <a:extLst>
                <a:ext uri="{FF2B5EF4-FFF2-40B4-BE49-F238E27FC236}">
                  <a16:creationId xmlns:a16="http://schemas.microsoft.com/office/drawing/2014/main" id="{FCCBAA07-17CE-2740-AA04-AEDA5EAD27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4256" y="2180659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5" name="Freeform 33">
              <a:extLst>
                <a:ext uri="{FF2B5EF4-FFF2-40B4-BE49-F238E27FC236}">
                  <a16:creationId xmlns:a16="http://schemas.microsoft.com/office/drawing/2014/main" id="{BF15C430-7951-6040-BD4C-4E996E9448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4256" y="809146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6" name="Freeform 34">
              <a:extLst>
                <a:ext uri="{FF2B5EF4-FFF2-40B4-BE49-F238E27FC236}">
                  <a16:creationId xmlns:a16="http://schemas.microsoft.com/office/drawing/2014/main" id="{0B3467F9-370D-5C4C-9EDE-E0CA0E4015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4256" y="0"/>
              <a:ext cx="537744" cy="562788"/>
            </a:xfrm>
            <a:custGeom>
              <a:avLst/>
              <a:gdLst>
                <a:gd name="connsiteX0" fmla="*/ 21 w 537744"/>
                <a:gd name="connsiteY0" fmla="*/ 0 h 562788"/>
                <a:gd name="connsiteX1" fmla="*/ 537744 w 537744"/>
                <a:gd name="connsiteY1" fmla="*/ 0 h 562788"/>
                <a:gd name="connsiteX2" fmla="*/ 537744 w 537744"/>
                <a:gd name="connsiteY2" fmla="*/ 562788 h 562788"/>
                <a:gd name="connsiteX3" fmla="*/ 451422 w 537744"/>
                <a:gd name="connsiteY3" fmla="*/ 554086 h 562788"/>
                <a:gd name="connsiteX4" fmla="*/ 0 w 537744"/>
                <a:gd name="connsiteY4" fmla="*/ 211 h 5627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562788">
                  <a:moveTo>
                    <a:pt x="21" y="0"/>
                  </a:moveTo>
                  <a:lnTo>
                    <a:pt x="537744" y="0"/>
                  </a:lnTo>
                  <a:lnTo>
                    <a:pt x="537744" y="562788"/>
                  </a:lnTo>
                  <a:lnTo>
                    <a:pt x="451422" y="554086"/>
                  </a:lnTo>
                  <a:cubicBezTo>
                    <a:pt x="193796" y="501368"/>
                    <a:pt x="0" y="273421"/>
                    <a:pt x="0" y="21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cxnSp>
        <p:nvCxnSpPr>
          <p:cNvPr id="77" name="Straight Connector 25">
            <a:extLst>
              <a:ext uri="{FF2B5EF4-FFF2-40B4-BE49-F238E27FC236}">
                <a16:creationId xmlns:a16="http://schemas.microsoft.com/office/drawing/2014/main" id="{8231D73A-BA91-794F-8C09-4F4B41A6D0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65150" y="6087110"/>
            <a:ext cx="7335835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78" name="Rectangle 27">
            <a:extLst>
              <a:ext uri="{FF2B5EF4-FFF2-40B4-BE49-F238E27FC236}">
                <a16:creationId xmlns:a16="http://schemas.microsoft.com/office/drawing/2014/main" id="{4EFE82FE-7465-AE46-88DF-34D347E83B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B338E128-2DC0-459D-90A6-9406CB9E86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51" y="770890"/>
            <a:ext cx="4133559" cy="1268984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000" dirty="0" err="1"/>
              <a:t>Beispiel</a:t>
            </a:r>
            <a:r>
              <a:rPr lang="en-US" sz="4000" dirty="0"/>
              <a:t>				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9707D068-8081-4CCB-8646-7A15878FD7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75132" y="3136863"/>
            <a:ext cx="4133559" cy="1389374"/>
          </a:xfrm>
        </p:spPr>
        <p:txBody>
          <a:bodyPr vert="horz" lIns="91440" tIns="45720" rIns="91440" bIns="45720" rtlCol="0">
            <a:normAutofit/>
          </a:bodyPr>
          <a:lstStyle/>
          <a:p>
            <a:pPr algn="ctr"/>
            <a:r>
              <a:rPr lang="de-DE" sz="2000" b="0" i="0" dirty="0">
                <a:effectLst/>
                <a:latin typeface="+mj-lt"/>
              </a:rPr>
              <a:t>Kundenservice (</a:t>
            </a:r>
            <a:r>
              <a:rPr lang="de-DE" sz="2000" b="1" i="0" dirty="0">
                <a:effectLst/>
                <a:latin typeface="+mj-lt"/>
              </a:rPr>
              <a:t>Ziel</a:t>
            </a:r>
            <a:r>
              <a:rPr lang="de-DE" sz="2000" b="0" i="0" dirty="0">
                <a:effectLst/>
                <a:latin typeface="+mj-lt"/>
              </a:rPr>
              <a:t> A) und eine Schulung der Mitarbeiter aus dem Bereich der Logistik des Unternehmens (</a:t>
            </a:r>
            <a:r>
              <a:rPr lang="de-DE" sz="2000" b="1" i="0" dirty="0">
                <a:effectLst/>
                <a:latin typeface="+mj-lt"/>
              </a:rPr>
              <a:t>Ziel</a:t>
            </a:r>
            <a:r>
              <a:rPr lang="de-DE" sz="2000" b="0" i="0" dirty="0">
                <a:effectLst/>
                <a:latin typeface="+mj-lt"/>
              </a:rPr>
              <a:t> B)</a:t>
            </a:r>
            <a:endParaRPr lang="en-US" sz="2000" dirty="0">
              <a:latin typeface="+mj-lt"/>
            </a:endParaRPr>
          </a:p>
        </p:txBody>
      </p:sp>
      <p:pic>
        <p:nvPicPr>
          <p:cNvPr id="6" name="Bildplatzhalter 5">
            <a:extLst>
              <a:ext uri="{FF2B5EF4-FFF2-40B4-BE49-F238E27FC236}">
                <a16:creationId xmlns:a16="http://schemas.microsoft.com/office/drawing/2014/main" id="{809CF2DF-A8A0-47B9-AD56-93A73BC6AF04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29" r="6929"/>
          <a:stretch>
            <a:fillRect/>
          </a:stretch>
        </p:blipFill>
        <p:spPr>
          <a:xfrm>
            <a:off x="5106596" y="839914"/>
            <a:ext cx="6430513" cy="5169521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grpSp>
        <p:nvGrpSpPr>
          <p:cNvPr id="79" name="Group 29">
            <a:extLst>
              <a:ext uri="{FF2B5EF4-FFF2-40B4-BE49-F238E27FC236}">
                <a16:creationId xmlns:a16="http://schemas.microsoft.com/office/drawing/2014/main" id="{1B5E71B3-7269-894E-A00B-31D341365F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290315" y="0"/>
            <a:ext cx="1901686" cy="4677439"/>
            <a:chOff x="10290315" y="0"/>
            <a:chExt cx="1901686" cy="4677439"/>
          </a:xfrm>
        </p:grpSpPr>
        <p:sp>
          <p:nvSpPr>
            <p:cNvPr id="31" name="Freeform 85">
              <a:extLst>
                <a:ext uri="{FF2B5EF4-FFF2-40B4-BE49-F238E27FC236}">
                  <a16:creationId xmlns:a16="http://schemas.microsoft.com/office/drawing/2014/main" id="{FFFA3A20-1539-CC4A-9BE1-7415FE5A98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0" name="Freeform 87">
              <a:extLst>
                <a:ext uri="{FF2B5EF4-FFF2-40B4-BE49-F238E27FC236}">
                  <a16:creationId xmlns:a16="http://schemas.microsoft.com/office/drawing/2014/main" id="{44EBCCFB-8EAB-2442-8E02-293F08D50B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1" name="Freeform 89">
              <a:extLst>
                <a:ext uri="{FF2B5EF4-FFF2-40B4-BE49-F238E27FC236}">
                  <a16:creationId xmlns:a16="http://schemas.microsoft.com/office/drawing/2014/main" id="{AFD14830-CC36-D64E-8173-3980425632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2" name="Freeform 97">
              <a:extLst>
                <a:ext uri="{FF2B5EF4-FFF2-40B4-BE49-F238E27FC236}">
                  <a16:creationId xmlns:a16="http://schemas.microsoft.com/office/drawing/2014/main" id="{FAA40AB8-EB6E-A44D-B3CA-7D25B64F5A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cxnSp>
        <p:nvCxnSpPr>
          <p:cNvPr id="83" name="Straight Connector 35">
            <a:extLst>
              <a:ext uri="{FF2B5EF4-FFF2-40B4-BE49-F238E27FC236}">
                <a16:creationId xmlns:a16="http://schemas.microsoft.com/office/drawing/2014/main" id="{A0A01F17-907D-3541-BBAF-A33828880D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65150" y="6087110"/>
            <a:ext cx="413356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feld 6">
            <a:extLst>
              <a:ext uri="{FF2B5EF4-FFF2-40B4-BE49-F238E27FC236}">
                <a16:creationId xmlns:a16="http://schemas.microsoft.com/office/drawing/2014/main" id="{6ED480BA-1BC2-4FA2-9876-0152EF211124}"/>
              </a:ext>
            </a:extLst>
          </p:cNvPr>
          <p:cNvSpPr txBox="1"/>
          <p:nvPr/>
        </p:nvSpPr>
        <p:spPr>
          <a:xfrm>
            <a:off x="472535" y="1808544"/>
            <a:ext cx="280691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dirty="0"/>
              <a:t>Unternehmen:</a:t>
            </a:r>
          </a:p>
        </p:txBody>
      </p:sp>
    </p:spTree>
    <p:extLst>
      <p:ext uri="{BB962C8B-B14F-4D97-AF65-F5344CB8AC3E}">
        <p14:creationId xmlns:p14="http://schemas.microsoft.com/office/powerpoint/2010/main" val="27710952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roup 10">
            <a:extLst>
              <a:ext uri="{FF2B5EF4-FFF2-40B4-BE49-F238E27FC236}">
                <a16:creationId xmlns:a16="http://schemas.microsoft.com/office/drawing/2014/main" id="{F0CAFDA3-320A-C24D-A7A1-20C1267EC9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928528" y="0"/>
            <a:ext cx="3263472" cy="6858000"/>
            <a:chOff x="8928528" y="0"/>
            <a:chExt cx="3263472" cy="6858000"/>
          </a:xfrm>
        </p:grpSpPr>
        <p:sp>
          <p:nvSpPr>
            <p:cNvPr id="64" name="Oval 11">
              <a:extLst>
                <a:ext uri="{FF2B5EF4-FFF2-40B4-BE49-F238E27FC236}">
                  <a16:creationId xmlns:a16="http://schemas.microsoft.com/office/drawing/2014/main" id="{D2411669-6E2C-2243-99CD-6BC9D724FA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8528" y="806362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Freeform 23">
              <a:extLst>
                <a:ext uri="{FF2B5EF4-FFF2-40B4-BE49-F238E27FC236}">
                  <a16:creationId xmlns:a16="http://schemas.microsoft.com/office/drawing/2014/main" id="{C4E0C522-0F40-ED44-A700-F1BCD1CF74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8528" y="0"/>
              <a:ext cx="1130724" cy="565573"/>
            </a:xfrm>
            <a:custGeom>
              <a:avLst/>
              <a:gdLst>
                <a:gd name="connsiteX0" fmla="*/ 22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2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6" name="Freeform 24">
              <a:extLst>
                <a:ext uri="{FF2B5EF4-FFF2-40B4-BE49-F238E27FC236}">
                  <a16:creationId xmlns:a16="http://schemas.microsoft.com/office/drawing/2014/main" id="{B79B4380-CBEC-C341-A10E-5EF9A85979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1391" y="6292417"/>
              <a:ext cx="1130724" cy="565583"/>
            </a:xfrm>
            <a:custGeom>
              <a:avLst/>
              <a:gdLst>
                <a:gd name="connsiteX0" fmla="*/ 565362 w 1130724"/>
                <a:gd name="connsiteY0" fmla="*/ 0 h 565583"/>
                <a:gd name="connsiteX1" fmla="*/ 1130724 w 1130724"/>
                <a:gd name="connsiteY1" fmla="*/ 565362 h 565583"/>
                <a:gd name="connsiteX2" fmla="*/ 1130702 w 1130724"/>
                <a:gd name="connsiteY2" fmla="*/ 565583 h 565583"/>
                <a:gd name="connsiteX3" fmla="*/ 22 w 1130724"/>
                <a:gd name="connsiteY3" fmla="*/ 565583 h 565583"/>
                <a:gd name="connsiteX4" fmla="*/ 0 w 1130724"/>
                <a:gd name="connsiteY4" fmla="*/ 565362 h 565583"/>
                <a:gd name="connsiteX5" fmla="*/ 565362 w 1130724"/>
                <a:gd name="connsiteY5" fmla="*/ 0 h 5655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83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2" y="565583"/>
                  </a:lnTo>
                  <a:lnTo>
                    <a:pt x="22" y="565583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7" name="Oval 14">
              <a:extLst>
                <a:ext uri="{FF2B5EF4-FFF2-40B4-BE49-F238E27FC236}">
                  <a16:creationId xmlns:a16="http://schemas.microsoft.com/office/drawing/2014/main" id="{F04AD70E-5490-4C4E-A05D-D67949C51A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1392" y="3549390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Oval 15">
              <a:extLst>
                <a:ext uri="{FF2B5EF4-FFF2-40B4-BE49-F238E27FC236}">
                  <a16:creationId xmlns:a16="http://schemas.microsoft.com/office/drawing/2014/main" id="{128A8883-9F24-0047-92B7-45B3D2E7D9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1392" y="2177876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Oval 16">
              <a:extLst>
                <a:ext uri="{FF2B5EF4-FFF2-40B4-BE49-F238E27FC236}">
                  <a16:creationId xmlns:a16="http://schemas.microsoft.com/office/drawing/2014/main" id="{AAC3A3BB-FD2C-FB44-9478-FA87EF229D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1392" y="806363"/>
              <a:ext cx="1130724" cy="113072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Freeform 28">
              <a:extLst>
                <a:ext uri="{FF2B5EF4-FFF2-40B4-BE49-F238E27FC236}">
                  <a16:creationId xmlns:a16="http://schemas.microsoft.com/office/drawing/2014/main" id="{BF46B3B1-E981-BB40-B916-51A6D38519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1392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1" name="Freeform 29">
              <a:extLst>
                <a:ext uri="{FF2B5EF4-FFF2-40B4-BE49-F238E27FC236}">
                  <a16:creationId xmlns:a16="http://schemas.microsoft.com/office/drawing/2014/main" id="{EA7DAE92-7D6B-B042-83BE-047C8EC322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4256" y="6295201"/>
              <a:ext cx="537744" cy="562799"/>
            </a:xfrm>
            <a:custGeom>
              <a:avLst/>
              <a:gdLst>
                <a:gd name="connsiteX0" fmla="*/ 537744 w 537744"/>
                <a:gd name="connsiteY0" fmla="*/ 0 h 562799"/>
                <a:gd name="connsiteX1" fmla="*/ 537744 w 537744"/>
                <a:gd name="connsiteY1" fmla="*/ 562799 h 562799"/>
                <a:gd name="connsiteX2" fmla="*/ 22 w 537744"/>
                <a:gd name="connsiteY2" fmla="*/ 562799 h 562799"/>
                <a:gd name="connsiteX3" fmla="*/ 0 w 537744"/>
                <a:gd name="connsiteY3" fmla="*/ 562578 h 562799"/>
                <a:gd name="connsiteX4" fmla="*/ 451422 w 537744"/>
                <a:gd name="connsiteY4" fmla="*/ 8702 h 562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562799">
                  <a:moveTo>
                    <a:pt x="537744" y="0"/>
                  </a:moveTo>
                  <a:lnTo>
                    <a:pt x="537744" y="562799"/>
                  </a:lnTo>
                  <a:lnTo>
                    <a:pt x="22" y="562799"/>
                  </a:lnTo>
                  <a:lnTo>
                    <a:pt x="0" y="562578"/>
                  </a:ln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2" name="Freeform 30">
              <a:extLst>
                <a:ext uri="{FF2B5EF4-FFF2-40B4-BE49-F238E27FC236}">
                  <a16:creationId xmlns:a16="http://schemas.microsoft.com/office/drawing/2014/main" id="{06AADCE6-4277-EA49-AF23-63B53CA677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4256" y="4923687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3" name="Freeform 31">
              <a:extLst>
                <a:ext uri="{FF2B5EF4-FFF2-40B4-BE49-F238E27FC236}">
                  <a16:creationId xmlns:a16="http://schemas.microsoft.com/office/drawing/2014/main" id="{58CEA343-047B-DF4E-A7A8-881C7740EA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4256" y="3552173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4" name="Freeform 32">
              <a:extLst>
                <a:ext uri="{FF2B5EF4-FFF2-40B4-BE49-F238E27FC236}">
                  <a16:creationId xmlns:a16="http://schemas.microsoft.com/office/drawing/2014/main" id="{FCCBAA07-17CE-2740-AA04-AEDA5EAD27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4256" y="2180659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5" name="Freeform 33">
              <a:extLst>
                <a:ext uri="{FF2B5EF4-FFF2-40B4-BE49-F238E27FC236}">
                  <a16:creationId xmlns:a16="http://schemas.microsoft.com/office/drawing/2014/main" id="{BF15C430-7951-6040-BD4C-4E996E9448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4256" y="809146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6" name="Freeform 34">
              <a:extLst>
                <a:ext uri="{FF2B5EF4-FFF2-40B4-BE49-F238E27FC236}">
                  <a16:creationId xmlns:a16="http://schemas.microsoft.com/office/drawing/2014/main" id="{0B3467F9-370D-5C4C-9EDE-E0CA0E4015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4256" y="0"/>
              <a:ext cx="537744" cy="562788"/>
            </a:xfrm>
            <a:custGeom>
              <a:avLst/>
              <a:gdLst>
                <a:gd name="connsiteX0" fmla="*/ 21 w 537744"/>
                <a:gd name="connsiteY0" fmla="*/ 0 h 562788"/>
                <a:gd name="connsiteX1" fmla="*/ 537744 w 537744"/>
                <a:gd name="connsiteY1" fmla="*/ 0 h 562788"/>
                <a:gd name="connsiteX2" fmla="*/ 537744 w 537744"/>
                <a:gd name="connsiteY2" fmla="*/ 562788 h 562788"/>
                <a:gd name="connsiteX3" fmla="*/ 451422 w 537744"/>
                <a:gd name="connsiteY3" fmla="*/ 554086 h 562788"/>
                <a:gd name="connsiteX4" fmla="*/ 0 w 537744"/>
                <a:gd name="connsiteY4" fmla="*/ 211 h 5627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562788">
                  <a:moveTo>
                    <a:pt x="21" y="0"/>
                  </a:moveTo>
                  <a:lnTo>
                    <a:pt x="537744" y="0"/>
                  </a:lnTo>
                  <a:lnTo>
                    <a:pt x="537744" y="562788"/>
                  </a:lnTo>
                  <a:lnTo>
                    <a:pt x="451422" y="554086"/>
                  </a:lnTo>
                  <a:cubicBezTo>
                    <a:pt x="193796" y="501368"/>
                    <a:pt x="0" y="273421"/>
                    <a:pt x="0" y="21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cxnSp>
        <p:nvCxnSpPr>
          <p:cNvPr id="77" name="Straight Connector 25">
            <a:extLst>
              <a:ext uri="{FF2B5EF4-FFF2-40B4-BE49-F238E27FC236}">
                <a16:creationId xmlns:a16="http://schemas.microsoft.com/office/drawing/2014/main" id="{8231D73A-BA91-794F-8C09-4F4B41A6D0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65150" y="6087110"/>
            <a:ext cx="7335835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78" name="Rectangle 27">
            <a:extLst>
              <a:ext uri="{FF2B5EF4-FFF2-40B4-BE49-F238E27FC236}">
                <a16:creationId xmlns:a16="http://schemas.microsoft.com/office/drawing/2014/main" id="{4EFE82FE-7465-AE46-88DF-34D347E83B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B338E128-2DC0-459D-90A6-9406CB9E86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9884" y="806362"/>
            <a:ext cx="4133559" cy="644933"/>
          </a:xfrm>
        </p:spPr>
        <p:txBody>
          <a:bodyPr vert="horz" lIns="91440" tIns="45720" rIns="91440" bIns="45720" rtlCol="0" anchor="t">
            <a:normAutofit fontScale="90000"/>
          </a:bodyPr>
          <a:lstStyle/>
          <a:p>
            <a:pPr>
              <a:lnSpc>
                <a:spcPct val="90000"/>
              </a:lnSpc>
            </a:pPr>
            <a:r>
              <a:rPr lang="en-US" sz="4000" dirty="0" err="1"/>
              <a:t>Realität</a:t>
            </a:r>
            <a:r>
              <a:rPr lang="en-US" sz="4000" dirty="0"/>
              <a:t>: 				</a:t>
            </a:r>
          </a:p>
        </p:txBody>
      </p:sp>
      <p:grpSp>
        <p:nvGrpSpPr>
          <p:cNvPr id="79" name="Group 29">
            <a:extLst>
              <a:ext uri="{FF2B5EF4-FFF2-40B4-BE49-F238E27FC236}">
                <a16:creationId xmlns:a16="http://schemas.microsoft.com/office/drawing/2014/main" id="{1B5E71B3-7269-894E-A00B-31D341365F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290315" y="0"/>
            <a:ext cx="1901686" cy="4677439"/>
            <a:chOff x="10290315" y="0"/>
            <a:chExt cx="1901686" cy="4677439"/>
          </a:xfrm>
        </p:grpSpPr>
        <p:sp>
          <p:nvSpPr>
            <p:cNvPr id="31" name="Freeform 85">
              <a:extLst>
                <a:ext uri="{FF2B5EF4-FFF2-40B4-BE49-F238E27FC236}">
                  <a16:creationId xmlns:a16="http://schemas.microsoft.com/office/drawing/2014/main" id="{FFFA3A20-1539-CC4A-9BE1-7415FE5A98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0" name="Freeform 87">
              <a:extLst>
                <a:ext uri="{FF2B5EF4-FFF2-40B4-BE49-F238E27FC236}">
                  <a16:creationId xmlns:a16="http://schemas.microsoft.com/office/drawing/2014/main" id="{44EBCCFB-8EAB-2442-8E02-293F08D50B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1" name="Freeform 89">
              <a:extLst>
                <a:ext uri="{FF2B5EF4-FFF2-40B4-BE49-F238E27FC236}">
                  <a16:creationId xmlns:a16="http://schemas.microsoft.com/office/drawing/2014/main" id="{AFD14830-CC36-D64E-8173-3980425632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2" name="Freeform 97">
              <a:extLst>
                <a:ext uri="{FF2B5EF4-FFF2-40B4-BE49-F238E27FC236}">
                  <a16:creationId xmlns:a16="http://schemas.microsoft.com/office/drawing/2014/main" id="{FAA40AB8-EB6E-A44D-B3CA-7D25B64F5A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cxnSp>
        <p:nvCxnSpPr>
          <p:cNvPr id="83" name="Straight Connector 35">
            <a:extLst>
              <a:ext uri="{FF2B5EF4-FFF2-40B4-BE49-F238E27FC236}">
                <a16:creationId xmlns:a16="http://schemas.microsoft.com/office/drawing/2014/main" id="{A0A01F17-907D-3541-BBAF-A33828880D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65150" y="6087110"/>
            <a:ext cx="413356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itel 1">
            <a:extLst>
              <a:ext uri="{FF2B5EF4-FFF2-40B4-BE49-F238E27FC236}">
                <a16:creationId xmlns:a16="http://schemas.microsoft.com/office/drawing/2014/main" id="{EA2089A4-566A-44E1-97C2-BC02748E63BB}"/>
              </a:ext>
            </a:extLst>
          </p:cNvPr>
          <p:cNvSpPr txBox="1">
            <a:spLocks/>
          </p:cNvSpPr>
          <p:nvPr/>
        </p:nvSpPr>
        <p:spPr>
          <a:xfrm>
            <a:off x="987998" y="2012213"/>
            <a:ext cx="5261800" cy="27976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b="1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90000"/>
              </a:lnSpc>
            </a:pPr>
            <a:r>
              <a:rPr lang="en-US" sz="1800" b="0" dirty="0" err="1">
                <a:latin typeface="+mn-lt"/>
              </a:rPr>
              <a:t>Keine</a:t>
            </a:r>
            <a:r>
              <a:rPr lang="en-US" sz="1800" b="0" dirty="0">
                <a:latin typeface="+mn-lt"/>
              </a:rPr>
              <a:t> </a:t>
            </a:r>
            <a:r>
              <a:rPr lang="en-US" sz="1800" b="0" dirty="0" err="1">
                <a:latin typeface="+mn-lt"/>
              </a:rPr>
              <a:t>voneinander</a:t>
            </a:r>
            <a:r>
              <a:rPr lang="en-US" sz="1800" b="0" dirty="0">
                <a:latin typeface="+mn-lt"/>
              </a:rPr>
              <a:t> </a:t>
            </a:r>
            <a:r>
              <a:rPr lang="en-US" sz="1800" b="0" dirty="0" err="1">
                <a:latin typeface="+mn-lt"/>
              </a:rPr>
              <a:t>unabhängige</a:t>
            </a:r>
            <a:r>
              <a:rPr lang="en-US" sz="1800" b="0" dirty="0">
                <a:latin typeface="+mn-lt"/>
              </a:rPr>
              <a:t> </a:t>
            </a:r>
            <a:r>
              <a:rPr lang="en-US" sz="1800" b="0" dirty="0" err="1">
                <a:latin typeface="+mn-lt"/>
              </a:rPr>
              <a:t>Ziele</a:t>
            </a:r>
            <a:r>
              <a:rPr lang="en-US" sz="1800" b="0" dirty="0">
                <a:latin typeface="+mn-lt"/>
              </a:rPr>
              <a:t> </a:t>
            </a:r>
            <a:r>
              <a:rPr lang="en-US" sz="1800" b="0" dirty="0" err="1">
                <a:latin typeface="+mn-lt"/>
              </a:rPr>
              <a:t>gibt</a:t>
            </a:r>
            <a:r>
              <a:rPr lang="en-US" sz="1800" b="0" dirty="0">
                <a:latin typeface="+mn-lt"/>
              </a:rPr>
              <a:t> </a:t>
            </a:r>
            <a:r>
              <a:rPr lang="en-US" sz="1800" b="0" dirty="0"/>
              <a:t>				</a:t>
            </a:r>
          </a:p>
        </p:txBody>
      </p:sp>
      <p:sp>
        <p:nvSpPr>
          <p:cNvPr id="11" name="L-Form 10">
            <a:extLst>
              <a:ext uri="{FF2B5EF4-FFF2-40B4-BE49-F238E27FC236}">
                <a16:creationId xmlns:a16="http://schemas.microsoft.com/office/drawing/2014/main" id="{2D676F2D-956E-48E4-9956-A464D475BF5D}"/>
              </a:ext>
            </a:extLst>
          </p:cNvPr>
          <p:cNvSpPr/>
          <p:nvPr/>
        </p:nvSpPr>
        <p:spPr>
          <a:xfrm>
            <a:off x="2204815" y="2486826"/>
            <a:ext cx="675118" cy="410198"/>
          </a:xfrm>
          <a:prstGeom prst="corne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Gleichschenkliges Dreieck 11">
            <a:extLst>
              <a:ext uri="{FF2B5EF4-FFF2-40B4-BE49-F238E27FC236}">
                <a16:creationId xmlns:a16="http://schemas.microsoft.com/office/drawing/2014/main" id="{9ABC7714-AD61-40F2-AE2A-A92A1ADAEA3E}"/>
              </a:ext>
            </a:extLst>
          </p:cNvPr>
          <p:cNvSpPr/>
          <p:nvPr/>
        </p:nvSpPr>
        <p:spPr>
          <a:xfrm rot="5400000">
            <a:off x="2860735" y="2602821"/>
            <a:ext cx="410197" cy="398081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6" name="Titel 1">
            <a:extLst>
              <a:ext uri="{FF2B5EF4-FFF2-40B4-BE49-F238E27FC236}">
                <a16:creationId xmlns:a16="http://schemas.microsoft.com/office/drawing/2014/main" id="{A06DEDF3-3292-43B3-9484-0F8918BF187A}"/>
              </a:ext>
            </a:extLst>
          </p:cNvPr>
          <p:cNvSpPr txBox="1">
            <a:spLocks/>
          </p:cNvSpPr>
          <p:nvPr/>
        </p:nvSpPr>
        <p:spPr>
          <a:xfrm>
            <a:off x="3331985" y="2691925"/>
            <a:ext cx="5261800" cy="27976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b="1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90000"/>
              </a:lnSpc>
            </a:pPr>
            <a:r>
              <a:rPr lang="en-US" sz="1800" b="0" dirty="0" err="1"/>
              <a:t>Opportunalitätskosten</a:t>
            </a:r>
            <a:endParaRPr lang="en-US" sz="1800" b="0" dirty="0"/>
          </a:p>
        </p:txBody>
      </p:sp>
    </p:spTree>
    <p:extLst>
      <p:ext uri="{BB962C8B-B14F-4D97-AF65-F5344CB8AC3E}">
        <p14:creationId xmlns:p14="http://schemas.microsoft.com/office/powerpoint/2010/main" val="15204564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EB46B8FB-F6A2-5F47-A6CD-A7E17E6927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201388" y="0"/>
            <a:ext cx="5990612" cy="6858001"/>
            <a:chOff x="6201388" y="0"/>
            <a:chExt cx="5990612" cy="6858001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419BDE93-3EC2-4E4D-BC0B-417378F49E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1388" y="354939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Freeform 46">
              <a:extLst>
                <a:ext uri="{FF2B5EF4-FFF2-40B4-BE49-F238E27FC236}">
                  <a16:creationId xmlns:a16="http://schemas.microsoft.com/office/drawing/2014/main" id="{FE21F82F-1EE5-8240-97F8-387DF0253F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1389" y="1"/>
              <a:ext cx="1130725" cy="565575"/>
            </a:xfrm>
            <a:custGeom>
              <a:avLst/>
              <a:gdLst>
                <a:gd name="connsiteX0" fmla="*/ 21 w 1130725"/>
                <a:gd name="connsiteY0" fmla="*/ 0 h 565575"/>
                <a:gd name="connsiteX1" fmla="*/ 1130704 w 1130725"/>
                <a:gd name="connsiteY1" fmla="*/ 0 h 565575"/>
                <a:gd name="connsiteX2" fmla="*/ 1130725 w 1130725"/>
                <a:gd name="connsiteY2" fmla="*/ 213 h 565575"/>
                <a:gd name="connsiteX3" fmla="*/ 565362 w 1130725"/>
                <a:gd name="connsiteY3" fmla="*/ 565575 h 565575"/>
                <a:gd name="connsiteX4" fmla="*/ 0 w 1130725"/>
                <a:gd name="connsiteY4" fmla="*/ 213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5" h="565575">
                  <a:moveTo>
                    <a:pt x="21" y="0"/>
                  </a:moveTo>
                  <a:lnTo>
                    <a:pt x="1130704" y="0"/>
                  </a:lnTo>
                  <a:lnTo>
                    <a:pt x="1130725" y="213"/>
                  </a:lnTo>
                  <a:cubicBezTo>
                    <a:pt x="1130725" y="312454"/>
                    <a:pt x="877604" y="565575"/>
                    <a:pt x="565362" y="565575"/>
                  </a:cubicBezTo>
                  <a:cubicBezTo>
                    <a:pt x="253121" y="565575"/>
                    <a:pt x="0" y="312454"/>
                    <a:pt x="0" y="21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" name="Freeform 48">
              <a:extLst>
                <a:ext uri="{FF2B5EF4-FFF2-40B4-BE49-F238E27FC236}">
                  <a16:creationId xmlns:a16="http://schemas.microsoft.com/office/drawing/2014/main" id="{AE1903E3-6B5F-6B4C-9A1F-62628A050A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564255" y="6292426"/>
              <a:ext cx="1130723" cy="565575"/>
            </a:xfrm>
            <a:custGeom>
              <a:avLst/>
              <a:gdLst>
                <a:gd name="connsiteX0" fmla="*/ 565362 w 1130723"/>
                <a:gd name="connsiteY0" fmla="*/ 0 h 565575"/>
                <a:gd name="connsiteX1" fmla="*/ 1130723 w 1130723"/>
                <a:gd name="connsiteY1" fmla="*/ 565362 h 565575"/>
                <a:gd name="connsiteX2" fmla="*/ 1130702 w 1130723"/>
                <a:gd name="connsiteY2" fmla="*/ 565575 h 565575"/>
                <a:gd name="connsiteX3" fmla="*/ 21 w 1130723"/>
                <a:gd name="connsiteY3" fmla="*/ 565575 h 565575"/>
                <a:gd name="connsiteX4" fmla="*/ 0 w 1130723"/>
                <a:gd name="connsiteY4" fmla="*/ 565362 h 565575"/>
                <a:gd name="connsiteX5" fmla="*/ 565362 w 1130723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3" h="565575">
                  <a:moveTo>
                    <a:pt x="565362" y="0"/>
                  </a:moveTo>
                  <a:cubicBezTo>
                    <a:pt x="877602" y="0"/>
                    <a:pt x="1130723" y="253121"/>
                    <a:pt x="1130723" y="565362"/>
                  </a:cubicBezTo>
                  <a:lnTo>
                    <a:pt x="1130702" y="565575"/>
                  </a:lnTo>
                  <a:lnTo>
                    <a:pt x="21" y="565575"/>
                  </a:lnTo>
                  <a:lnTo>
                    <a:pt x="0" y="565362"/>
                  </a:lnTo>
                  <a:cubicBezTo>
                    <a:pt x="0" y="253121"/>
                    <a:pt x="253120" y="0"/>
                    <a:pt x="565362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F7C55863-3B37-0743-B001-1A970033FB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564253" y="354939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932B4C24-3A58-924C-B79A-D961EF7C2C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564253" y="2177881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21EF52E0-D2CF-544F-93A6-4D7B45A048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564253" y="806366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6966CFE5-1C8C-2E4F-9B2D-A8438F5A53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564254" y="1"/>
              <a:ext cx="1130725" cy="565575"/>
            </a:xfrm>
            <a:custGeom>
              <a:avLst/>
              <a:gdLst>
                <a:gd name="connsiteX0" fmla="*/ 21 w 1130725"/>
                <a:gd name="connsiteY0" fmla="*/ 0 h 565575"/>
                <a:gd name="connsiteX1" fmla="*/ 1130704 w 1130725"/>
                <a:gd name="connsiteY1" fmla="*/ 0 h 565575"/>
                <a:gd name="connsiteX2" fmla="*/ 1130725 w 1130725"/>
                <a:gd name="connsiteY2" fmla="*/ 213 h 565575"/>
                <a:gd name="connsiteX3" fmla="*/ 565363 w 1130725"/>
                <a:gd name="connsiteY3" fmla="*/ 565575 h 565575"/>
                <a:gd name="connsiteX4" fmla="*/ 0 w 1130725"/>
                <a:gd name="connsiteY4" fmla="*/ 213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5" h="565575">
                  <a:moveTo>
                    <a:pt x="21" y="0"/>
                  </a:moveTo>
                  <a:lnTo>
                    <a:pt x="1130704" y="0"/>
                  </a:lnTo>
                  <a:lnTo>
                    <a:pt x="1130725" y="213"/>
                  </a:lnTo>
                  <a:cubicBezTo>
                    <a:pt x="1130725" y="312454"/>
                    <a:pt x="877603" y="565575"/>
                    <a:pt x="565363" y="565575"/>
                  </a:cubicBezTo>
                  <a:cubicBezTo>
                    <a:pt x="253121" y="565575"/>
                    <a:pt x="0" y="312454"/>
                    <a:pt x="0" y="21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9FD29EF3-A5B2-554A-A307-6BE1BCE8AF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7118" y="6292426"/>
              <a:ext cx="1130724" cy="565575"/>
            </a:xfrm>
            <a:custGeom>
              <a:avLst/>
              <a:gdLst>
                <a:gd name="connsiteX0" fmla="*/ 565362 w 1130724"/>
                <a:gd name="connsiteY0" fmla="*/ 0 h 565575"/>
                <a:gd name="connsiteX1" fmla="*/ 1130724 w 1130724"/>
                <a:gd name="connsiteY1" fmla="*/ 565362 h 565575"/>
                <a:gd name="connsiteX2" fmla="*/ 1130703 w 1130724"/>
                <a:gd name="connsiteY2" fmla="*/ 565575 h 565575"/>
                <a:gd name="connsiteX3" fmla="*/ 22 w 1130724"/>
                <a:gd name="connsiteY3" fmla="*/ 565575 h 565575"/>
                <a:gd name="connsiteX4" fmla="*/ 0 w 1130724"/>
                <a:gd name="connsiteY4" fmla="*/ 565362 h 565575"/>
                <a:gd name="connsiteX5" fmla="*/ 565362 w 1130724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75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3" y="565575"/>
                  </a:lnTo>
                  <a:lnTo>
                    <a:pt x="22" y="565575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AC1ECAD8-0CF2-934D-AA1E-C108208CDE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7118" y="4920911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DB14DED1-3A58-8C4D-902E-2A9F34043F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7118" y="3549396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65D65157-5719-0341-A807-A8956595FB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7118" y="2177881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A7F23F74-B777-2A4C-8EF9-E798880D59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7118" y="80636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 70">
              <a:extLst>
                <a:ext uri="{FF2B5EF4-FFF2-40B4-BE49-F238E27FC236}">
                  <a16:creationId xmlns:a16="http://schemas.microsoft.com/office/drawing/2014/main" id="{E3B9A050-0AE1-1D4B-A2AC-6EEF64B106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7117" y="0"/>
              <a:ext cx="1130726" cy="565576"/>
            </a:xfrm>
            <a:custGeom>
              <a:avLst/>
              <a:gdLst>
                <a:gd name="connsiteX0" fmla="*/ 22 w 1130726"/>
                <a:gd name="connsiteY0" fmla="*/ 0 h 565576"/>
                <a:gd name="connsiteX1" fmla="*/ 1130704 w 1130726"/>
                <a:gd name="connsiteY1" fmla="*/ 0 h 565576"/>
                <a:gd name="connsiteX2" fmla="*/ 1130726 w 1130726"/>
                <a:gd name="connsiteY2" fmla="*/ 214 h 565576"/>
                <a:gd name="connsiteX3" fmla="*/ 565363 w 1130726"/>
                <a:gd name="connsiteY3" fmla="*/ 565576 h 565576"/>
                <a:gd name="connsiteX4" fmla="*/ 0 w 1130726"/>
                <a:gd name="connsiteY4" fmla="*/ 214 h 565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6" h="565576">
                  <a:moveTo>
                    <a:pt x="22" y="0"/>
                  </a:moveTo>
                  <a:lnTo>
                    <a:pt x="1130704" y="0"/>
                  </a:lnTo>
                  <a:lnTo>
                    <a:pt x="1130726" y="214"/>
                  </a:lnTo>
                  <a:cubicBezTo>
                    <a:pt x="1130726" y="312455"/>
                    <a:pt x="877604" y="565576"/>
                    <a:pt x="565363" y="565576"/>
                  </a:cubicBezTo>
                  <a:cubicBezTo>
                    <a:pt x="253122" y="565576"/>
                    <a:pt x="0" y="312455"/>
                    <a:pt x="0" y="2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3" name="Freeform 71">
              <a:extLst>
                <a:ext uri="{FF2B5EF4-FFF2-40B4-BE49-F238E27FC236}">
                  <a16:creationId xmlns:a16="http://schemas.microsoft.com/office/drawing/2014/main" id="{C424FE38-F803-8D47-BF56-1B18EC2B1F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89984" y="6292426"/>
              <a:ext cx="1130724" cy="565575"/>
            </a:xfrm>
            <a:custGeom>
              <a:avLst/>
              <a:gdLst>
                <a:gd name="connsiteX0" fmla="*/ 565362 w 1130724"/>
                <a:gd name="connsiteY0" fmla="*/ 0 h 565575"/>
                <a:gd name="connsiteX1" fmla="*/ 1130724 w 1130724"/>
                <a:gd name="connsiteY1" fmla="*/ 565362 h 565575"/>
                <a:gd name="connsiteX2" fmla="*/ 1130703 w 1130724"/>
                <a:gd name="connsiteY2" fmla="*/ 565575 h 565575"/>
                <a:gd name="connsiteX3" fmla="*/ 21 w 1130724"/>
                <a:gd name="connsiteY3" fmla="*/ 565575 h 565575"/>
                <a:gd name="connsiteX4" fmla="*/ 0 w 1130724"/>
                <a:gd name="connsiteY4" fmla="*/ 565362 h 565575"/>
                <a:gd name="connsiteX5" fmla="*/ 565362 w 1130724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75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3" y="565575"/>
                  </a:lnTo>
                  <a:lnTo>
                    <a:pt x="21" y="565575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E37187F2-9212-0641-97D0-1ACD50B748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89984" y="4920911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C760C651-2AC4-564E-BEAA-AB7FAFE7F7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89984" y="354939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58B0A1B8-5BA3-3548-9511-B4904D0526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89984" y="80636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Freeform 75">
              <a:extLst>
                <a:ext uri="{FF2B5EF4-FFF2-40B4-BE49-F238E27FC236}">
                  <a16:creationId xmlns:a16="http://schemas.microsoft.com/office/drawing/2014/main" id="{424CD779-EE9A-214D-9488-767327E373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89983" y="0"/>
              <a:ext cx="1130726" cy="565576"/>
            </a:xfrm>
            <a:custGeom>
              <a:avLst/>
              <a:gdLst>
                <a:gd name="connsiteX0" fmla="*/ 21 w 1130726"/>
                <a:gd name="connsiteY0" fmla="*/ 0 h 565576"/>
                <a:gd name="connsiteX1" fmla="*/ 1130704 w 1130726"/>
                <a:gd name="connsiteY1" fmla="*/ 0 h 565576"/>
                <a:gd name="connsiteX2" fmla="*/ 1130726 w 1130726"/>
                <a:gd name="connsiteY2" fmla="*/ 214 h 565576"/>
                <a:gd name="connsiteX3" fmla="*/ 565363 w 1130726"/>
                <a:gd name="connsiteY3" fmla="*/ 565576 h 565576"/>
                <a:gd name="connsiteX4" fmla="*/ 0 w 1130726"/>
                <a:gd name="connsiteY4" fmla="*/ 214 h 565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6" h="565576">
                  <a:moveTo>
                    <a:pt x="21" y="0"/>
                  </a:moveTo>
                  <a:lnTo>
                    <a:pt x="1130704" y="0"/>
                  </a:lnTo>
                  <a:lnTo>
                    <a:pt x="1130726" y="214"/>
                  </a:lnTo>
                  <a:cubicBezTo>
                    <a:pt x="1130726" y="312455"/>
                    <a:pt x="877604" y="565576"/>
                    <a:pt x="565363" y="565576"/>
                  </a:cubicBezTo>
                  <a:cubicBezTo>
                    <a:pt x="253122" y="565576"/>
                    <a:pt x="0" y="312455"/>
                    <a:pt x="0" y="21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8" name="Freeform 76">
              <a:extLst>
                <a:ext uri="{FF2B5EF4-FFF2-40B4-BE49-F238E27FC236}">
                  <a16:creationId xmlns:a16="http://schemas.microsoft.com/office/drawing/2014/main" id="{630D08C6-9EFB-8540-875F-2A55DED2AA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2854" y="6295069"/>
              <a:ext cx="539146" cy="562931"/>
            </a:xfrm>
            <a:custGeom>
              <a:avLst/>
              <a:gdLst>
                <a:gd name="connsiteX0" fmla="*/ 539146 w 539146"/>
                <a:gd name="connsiteY0" fmla="*/ 0 h 562931"/>
                <a:gd name="connsiteX1" fmla="*/ 539146 w 539146"/>
                <a:gd name="connsiteY1" fmla="*/ 562931 h 562931"/>
                <a:gd name="connsiteX2" fmla="*/ 21 w 539146"/>
                <a:gd name="connsiteY2" fmla="*/ 562931 h 562931"/>
                <a:gd name="connsiteX3" fmla="*/ 0 w 539146"/>
                <a:gd name="connsiteY3" fmla="*/ 562719 h 562931"/>
                <a:gd name="connsiteX4" fmla="*/ 451422 w 539146"/>
                <a:gd name="connsiteY4" fmla="*/ 8843 h 5629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6" h="562931">
                  <a:moveTo>
                    <a:pt x="539146" y="0"/>
                  </a:moveTo>
                  <a:lnTo>
                    <a:pt x="539146" y="562931"/>
                  </a:lnTo>
                  <a:lnTo>
                    <a:pt x="21" y="562931"/>
                  </a:lnTo>
                  <a:lnTo>
                    <a:pt x="0" y="562719"/>
                  </a:lnTo>
                  <a:cubicBezTo>
                    <a:pt x="0" y="289508"/>
                    <a:pt x="193796" y="61561"/>
                    <a:pt x="451422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9" name="Freeform 77">
              <a:extLst>
                <a:ext uri="{FF2B5EF4-FFF2-40B4-BE49-F238E27FC236}">
                  <a16:creationId xmlns:a16="http://schemas.microsoft.com/office/drawing/2014/main" id="{D7E8DA86-1294-4641-9C52-6E15315064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2853" y="4923555"/>
              <a:ext cx="539147" cy="1125439"/>
            </a:xfrm>
            <a:custGeom>
              <a:avLst/>
              <a:gdLst>
                <a:gd name="connsiteX0" fmla="*/ 539147 w 539147"/>
                <a:gd name="connsiteY0" fmla="*/ 0 h 1125439"/>
                <a:gd name="connsiteX1" fmla="*/ 539147 w 539147"/>
                <a:gd name="connsiteY1" fmla="*/ 1125439 h 1125439"/>
                <a:gd name="connsiteX2" fmla="*/ 451423 w 539147"/>
                <a:gd name="connsiteY2" fmla="*/ 1116595 h 1125439"/>
                <a:gd name="connsiteX3" fmla="*/ 0 w 539147"/>
                <a:gd name="connsiteY3" fmla="*/ 562719 h 1125439"/>
                <a:gd name="connsiteX4" fmla="*/ 451423 w 539147"/>
                <a:gd name="connsiteY4" fmla="*/ 8843 h 112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9">
                  <a:moveTo>
                    <a:pt x="539147" y="0"/>
                  </a:moveTo>
                  <a:lnTo>
                    <a:pt x="539147" y="1125439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0" name="Freeform 78">
              <a:extLst>
                <a:ext uri="{FF2B5EF4-FFF2-40B4-BE49-F238E27FC236}">
                  <a16:creationId xmlns:a16="http://schemas.microsoft.com/office/drawing/2014/main" id="{011063C9-2A43-3348-A018-F27FACAA77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2853" y="3552039"/>
              <a:ext cx="539147" cy="1125438"/>
            </a:xfrm>
            <a:custGeom>
              <a:avLst/>
              <a:gdLst>
                <a:gd name="connsiteX0" fmla="*/ 539147 w 539147"/>
                <a:gd name="connsiteY0" fmla="*/ 0 h 1125438"/>
                <a:gd name="connsiteX1" fmla="*/ 539147 w 539147"/>
                <a:gd name="connsiteY1" fmla="*/ 1125438 h 1125438"/>
                <a:gd name="connsiteX2" fmla="*/ 451423 w 539147"/>
                <a:gd name="connsiteY2" fmla="*/ 1116595 h 1125438"/>
                <a:gd name="connsiteX3" fmla="*/ 0 w 539147"/>
                <a:gd name="connsiteY3" fmla="*/ 562719 h 1125438"/>
                <a:gd name="connsiteX4" fmla="*/ 451423 w 539147"/>
                <a:gd name="connsiteY4" fmla="*/ 8843 h 1125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8">
                  <a:moveTo>
                    <a:pt x="539147" y="0"/>
                  </a:moveTo>
                  <a:lnTo>
                    <a:pt x="539147" y="1125438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1" name="Freeform 79">
              <a:extLst>
                <a:ext uri="{FF2B5EF4-FFF2-40B4-BE49-F238E27FC236}">
                  <a16:creationId xmlns:a16="http://schemas.microsoft.com/office/drawing/2014/main" id="{EE85C7DE-D965-244F-BD95-3A05FF4AAC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2853" y="2180524"/>
              <a:ext cx="539147" cy="1125438"/>
            </a:xfrm>
            <a:custGeom>
              <a:avLst/>
              <a:gdLst>
                <a:gd name="connsiteX0" fmla="*/ 539147 w 539147"/>
                <a:gd name="connsiteY0" fmla="*/ 0 h 1125438"/>
                <a:gd name="connsiteX1" fmla="*/ 539147 w 539147"/>
                <a:gd name="connsiteY1" fmla="*/ 1125438 h 1125438"/>
                <a:gd name="connsiteX2" fmla="*/ 451423 w 539147"/>
                <a:gd name="connsiteY2" fmla="*/ 1116595 h 1125438"/>
                <a:gd name="connsiteX3" fmla="*/ 0 w 539147"/>
                <a:gd name="connsiteY3" fmla="*/ 562719 h 1125438"/>
                <a:gd name="connsiteX4" fmla="*/ 451423 w 539147"/>
                <a:gd name="connsiteY4" fmla="*/ 8843 h 1125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8">
                  <a:moveTo>
                    <a:pt x="539147" y="0"/>
                  </a:moveTo>
                  <a:lnTo>
                    <a:pt x="539147" y="1125438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9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2" name="Freeform 80">
              <a:extLst>
                <a:ext uri="{FF2B5EF4-FFF2-40B4-BE49-F238E27FC236}">
                  <a16:creationId xmlns:a16="http://schemas.microsoft.com/office/drawing/2014/main" id="{315A1389-149A-3342-A863-637D42FDB2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2853" y="809010"/>
              <a:ext cx="539147" cy="1125439"/>
            </a:xfrm>
            <a:custGeom>
              <a:avLst/>
              <a:gdLst>
                <a:gd name="connsiteX0" fmla="*/ 539147 w 539147"/>
                <a:gd name="connsiteY0" fmla="*/ 0 h 1125439"/>
                <a:gd name="connsiteX1" fmla="*/ 539147 w 539147"/>
                <a:gd name="connsiteY1" fmla="*/ 1125439 h 1125439"/>
                <a:gd name="connsiteX2" fmla="*/ 451423 w 539147"/>
                <a:gd name="connsiteY2" fmla="*/ 1116595 h 1125439"/>
                <a:gd name="connsiteX3" fmla="*/ 0 w 539147"/>
                <a:gd name="connsiteY3" fmla="*/ 562719 h 1125439"/>
                <a:gd name="connsiteX4" fmla="*/ 451423 w 539147"/>
                <a:gd name="connsiteY4" fmla="*/ 8843 h 112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9">
                  <a:moveTo>
                    <a:pt x="539147" y="0"/>
                  </a:moveTo>
                  <a:lnTo>
                    <a:pt x="539147" y="1125439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3" name="Freeform 81">
              <a:extLst>
                <a:ext uri="{FF2B5EF4-FFF2-40B4-BE49-F238E27FC236}">
                  <a16:creationId xmlns:a16="http://schemas.microsoft.com/office/drawing/2014/main" id="{B149CC6F-B6C6-BE46-B451-1BF7D47A89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2853" y="1"/>
              <a:ext cx="539147" cy="562933"/>
            </a:xfrm>
            <a:custGeom>
              <a:avLst/>
              <a:gdLst>
                <a:gd name="connsiteX0" fmla="*/ 22 w 539147"/>
                <a:gd name="connsiteY0" fmla="*/ 0 h 562933"/>
                <a:gd name="connsiteX1" fmla="*/ 539147 w 539147"/>
                <a:gd name="connsiteY1" fmla="*/ 0 h 562933"/>
                <a:gd name="connsiteX2" fmla="*/ 539147 w 539147"/>
                <a:gd name="connsiteY2" fmla="*/ 562933 h 562933"/>
                <a:gd name="connsiteX3" fmla="*/ 451423 w 539147"/>
                <a:gd name="connsiteY3" fmla="*/ 554090 h 562933"/>
                <a:gd name="connsiteX4" fmla="*/ 0 w 539147"/>
                <a:gd name="connsiteY4" fmla="*/ 214 h 5629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562933">
                  <a:moveTo>
                    <a:pt x="22" y="0"/>
                  </a:moveTo>
                  <a:lnTo>
                    <a:pt x="539147" y="0"/>
                  </a:lnTo>
                  <a:lnTo>
                    <a:pt x="539147" y="562933"/>
                  </a:lnTo>
                  <a:lnTo>
                    <a:pt x="451423" y="554090"/>
                  </a:lnTo>
                  <a:cubicBezTo>
                    <a:pt x="193797" y="501372"/>
                    <a:pt x="0" y="273425"/>
                    <a:pt x="0" y="21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D33A3282-0389-C547-8CA6-7F3E7F27B3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65150" y="6087110"/>
            <a:ext cx="5066001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37" name="Rectangle 36">
            <a:extLst>
              <a:ext uri="{FF2B5EF4-FFF2-40B4-BE49-F238E27FC236}">
                <a16:creationId xmlns:a16="http://schemas.microsoft.com/office/drawing/2014/main" id="{4EFE82FE-7465-AE46-88DF-34D347E83B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51FCC595-0612-46B0-8882-55DBD87A1D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50" y="768334"/>
            <a:ext cx="7335835" cy="2866405"/>
          </a:xfrm>
        </p:spPr>
        <p:txBody>
          <a:bodyPr vert="horz" lIns="91440" tIns="45720" rIns="91440" bIns="45720" rtlCol="0" anchor="t">
            <a:normAutofit fontScale="90000"/>
          </a:bodyPr>
          <a:lstStyle/>
          <a:p>
            <a:pPr>
              <a:lnSpc>
                <a:spcPct val="90000"/>
              </a:lnSpc>
            </a:pPr>
            <a:r>
              <a:rPr lang="en-US" sz="5600" dirty="0">
                <a:solidFill>
                  <a:srgbClr val="5F1767"/>
                </a:solidFill>
              </a:rPr>
              <a:t>Wie </a:t>
            </a:r>
            <a:r>
              <a:rPr lang="en-US" sz="5600" dirty="0" err="1">
                <a:solidFill>
                  <a:srgbClr val="5F1767"/>
                </a:solidFill>
              </a:rPr>
              <a:t>verhalten</a:t>
            </a:r>
            <a:r>
              <a:rPr lang="en-US" sz="5600" dirty="0">
                <a:solidFill>
                  <a:srgbClr val="5F1767"/>
                </a:solidFill>
              </a:rPr>
              <a:t> </a:t>
            </a:r>
            <a:r>
              <a:rPr lang="en-US" sz="5600" dirty="0" err="1">
                <a:solidFill>
                  <a:srgbClr val="5F1767"/>
                </a:solidFill>
              </a:rPr>
              <a:t>sich</a:t>
            </a:r>
            <a:r>
              <a:rPr lang="en-US" sz="5600" dirty="0">
                <a:solidFill>
                  <a:srgbClr val="5F1767"/>
                </a:solidFill>
              </a:rPr>
              <a:t> die </a:t>
            </a:r>
            <a:r>
              <a:rPr lang="en-US" sz="5600" dirty="0" err="1">
                <a:solidFill>
                  <a:srgbClr val="5F1767"/>
                </a:solidFill>
              </a:rPr>
              <a:t>Ziele</a:t>
            </a:r>
            <a:r>
              <a:rPr lang="en-US" sz="5600" dirty="0">
                <a:solidFill>
                  <a:srgbClr val="5F1767"/>
                </a:solidFill>
              </a:rPr>
              <a:t> der </a:t>
            </a:r>
            <a:r>
              <a:rPr lang="en-US" sz="5600" dirty="0" err="1">
                <a:solidFill>
                  <a:srgbClr val="5F1767"/>
                </a:solidFill>
              </a:rPr>
              <a:t>Sozialen</a:t>
            </a:r>
            <a:r>
              <a:rPr lang="en-US" sz="5600" dirty="0">
                <a:solidFill>
                  <a:srgbClr val="5F1767"/>
                </a:solidFill>
              </a:rPr>
              <a:t> </a:t>
            </a:r>
            <a:r>
              <a:rPr lang="en-US" sz="5600" dirty="0" err="1">
                <a:solidFill>
                  <a:srgbClr val="5F1767"/>
                </a:solidFill>
              </a:rPr>
              <a:t>Marktwirtschaft</a:t>
            </a:r>
            <a:r>
              <a:rPr lang="en-US" sz="5600" dirty="0">
                <a:solidFill>
                  <a:srgbClr val="5F1767"/>
                </a:solidFill>
              </a:rPr>
              <a:t> </a:t>
            </a:r>
            <a:r>
              <a:rPr lang="en-US" sz="5600" dirty="0" err="1">
                <a:solidFill>
                  <a:srgbClr val="5F1767"/>
                </a:solidFill>
              </a:rPr>
              <a:t>zueinander</a:t>
            </a:r>
            <a:r>
              <a:rPr lang="en-US" sz="5600" dirty="0">
                <a:solidFill>
                  <a:srgbClr val="5F1767"/>
                </a:solidFill>
              </a:rPr>
              <a:t>?</a:t>
            </a:r>
          </a:p>
        </p:txBody>
      </p:sp>
      <p:pic>
        <p:nvPicPr>
          <p:cNvPr id="6" name="Graphic 5" descr="Volltreffer">
            <a:extLst>
              <a:ext uri="{FF2B5EF4-FFF2-40B4-BE49-F238E27FC236}">
                <a16:creationId xmlns:a16="http://schemas.microsoft.com/office/drawing/2014/main" id="{A1BB12CD-ECB8-4871-8BD3-4943E19C45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44708" y="706600"/>
            <a:ext cx="2695801" cy="2695801"/>
          </a:xfrm>
          <a:prstGeom prst="rect">
            <a:avLst/>
          </a:prstGeom>
        </p:spPr>
      </p:pic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EEA70831-9A8D-3B4D-8EA5-EE32F93E94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65150" y="6087110"/>
            <a:ext cx="7335835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1" name="Group 40">
            <a:extLst>
              <a:ext uri="{FF2B5EF4-FFF2-40B4-BE49-F238E27FC236}">
                <a16:creationId xmlns:a16="http://schemas.microsoft.com/office/drawing/2014/main" id="{50A58F28-1204-B14E-A3CB-D6EAC4FC8C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290315" y="0"/>
            <a:ext cx="1901686" cy="6858000"/>
            <a:chOff x="10290315" y="0"/>
            <a:chExt cx="1901686" cy="6858000"/>
          </a:xfrm>
        </p:grpSpPr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29764EA9-1018-4444-A261-7161307896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0315" y="3549390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Freeform 41">
              <a:extLst>
                <a:ext uri="{FF2B5EF4-FFF2-40B4-BE49-F238E27FC236}">
                  <a16:creationId xmlns:a16="http://schemas.microsoft.com/office/drawing/2014/main" id="{5D51C7DA-5177-5144-984B-00F10F561F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4" name="Freeform 42">
              <a:extLst>
                <a:ext uri="{FF2B5EF4-FFF2-40B4-BE49-F238E27FC236}">
                  <a16:creationId xmlns:a16="http://schemas.microsoft.com/office/drawing/2014/main" id="{4B12F2B7-1732-7B44-A39D-5F2EBDE40D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6295093"/>
              <a:ext cx="538821" cy="562907"/>
            </a:xfrm>
            <a:custGeom>
              <a:avLst/>
              <a:gdLst>
                <a:gd name="connsiteX0" fmla="*/ 538821 w 538821"/>
                <a:gd name="connsiteY0" fmla="*/ 0 h 562907"/>
                <a:gd name="connsiteX1" fmla="*/ 538821 w 538821"/>
                <a:gd name="connsiteY1" fmla="*/ 562907 h 562907"/>
                <a:gd name="connsiteX2" fmla="*/ 22 w 538821"/>
                <a:gd name="connsiteY2" fmla="*/ 562907 h 562907"/>
                <a:gd name="connsiteX3" fmla="*/ 0 w 538821"/>
                <a:gd name="connsiteY3" fmla="*/ 562686 h 562907"/>
                <a:gd name="connsiteX4" fmla="*/ 451422 w 538821"/>
                <a:gd name="connsiteY4" fmla="*/ 8810 h 562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907">
                  <a:moveTo>
                    <a:pt x="538821" y="0"/>
                  </a:moveTo>
                  <a:lnTo>
                    <a:pt x="538821" y="562907"/>
                  </a:lnTo>
                  <a:lnTo>
                    <a:pt x="22" y="562907"/>
                  </a:lnTo>
                  <a:lnTo>
                    <a:pt x="0" y="562686"/>
                  </a:ln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5" name="Freeform 43">
              <a:extLst>
                <a:ext uri="{FF2B5EF4-FFF2-40B4-BE49-F238E27FC236}">
                  <a16:creationId xmlns:a16="http://schemas.microsoft.com/office/drawing/2014/main" id="{E3C016CB-983A-A949-9D9F-D5C818C7E5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6" name="Freeform 44">
              <a:extLst>
                <a:ext uri="{FF2B5EF4-FFF2-40B4-BE49-F238E27FC236}">
                  <a16:creationId xmlns:a16="http://schemas.microsoft.com/office/drawing/2014/main" id="{D5187172-558E-D84E-899F-EB162C039D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2180552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7" name="Freeform 45">
              <a:extLst>
                <a:ext uri="{FF2B5EF4-FFF2-40B4-BE49-F238E27FC236}">
                  <a16:creationId xmlns:a16="http://schemas.microsoft.com/office/drawing/2014/main" id="{39DD5291-E906-9B41-A0DD-C8B79F985A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8" name="Freeform 46">
              <a:extLst>
                <a:ext uri="{FF2B5EF4-FFF2-40B4-BE49-F238E27FC236}">
                  <a16:creationId xmlns:a16="http://schemas.microsoft.com/office/drawing/2014/main" id="{5221D107-563F-9147-B04E-A54D4D4CB7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pic>
        <p:nvPicPr>
          <p:cNvPr id="4" name="Grafik 3">
            <a:extLst>
              <a:ext uri="{FF2B5EF4-FFF2-40B4-BE49-F238E27FC236}">
                <a16:creationId xmlns:a16="http://schemas.microsoft.com/office/drawing/2014/main" id="{3E6EA07B-ABF0-4900-82C9-0B0165B19502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3974" t="23018" r="64948" b="39368"/>
          <a:stretch/>
        </p:blipFill>
        <p:spPr>
          <a:xfrm>
            <a:off x="5844106" y="3113287"/>
            <a:ext cx="2569945" cy="2579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73063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>
            <a:extLst>
              <a:ext uri="{FF2B5EF4-FFF2-40B4-BE49-F238E27FC236}">
                <a16:creationId xmlns:a16="http://schemas.microsoft.com/office/drawing/2014/main" id="{4ECD36AC-0C99-4D0A-A343-3F8389CFE819}"/>
              </a:ext>
            </a:extLst>
          </p:cNvPr>
          <p:cNvSpPr/>
          <p:nvPr/>
        </p:nvSpPr>
        <p:spPr>
          <a:xfrm>
            <a:off x="2608446" y="683394"/>
            <a:ext cx="6439301" cy="540939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Karikatur</a:t>
            </a:r>
          </a:p>
          <a:p>
            <a:pPr algn="ctr"/>
            <a:endParaRPr lang="de-DE" dirty="0"/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99FB1FF7-B535-45C9-9410-EBD4F790D0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514" y="437649"/>
            <a:ext cx="10472286" cy="5982702"/>
          </a:xfrm>
          <a:prstGeom prst="rect">
            <a:avLst/>
          </a:prstGeom>
        </p:spPr>
      </p:pic>
      <p:sp>
        <p:nvSpPr>
          <p:cNvPr id="4" name="Rechteck 3">
            <a:extLst>
              <a:ext uri="{FF2B5EF4-FFF2-40B4-BE49-F238E27FC236}">
                <a16:creationId xmlns:a16="http://schemas.microsoft.com/office/drawing/2014/main" id="{43163A64-B1D1-4C61-92EB-D9FA10D6997D}"/>
              </a:ext>
            </a:extLst>
          </p:cNvPr>
          <p:cNvSpPr/>
          <p:nvPr/>
        </p:nvSpPr>
        <p:spPr>
          <a:xfrm>
            <a:off x="5736657" y="423211"/>
            <a:ext cx="2934904" cy="1634941"/>
          </a:xfrm>
          <a:prstGeom prst="rect">
            <a:avLst/>
          </a:prstGeom>
          <a:solidFill>
            <a:srgbClr val="F4F5EF"/>
          </a:solidFill>
          <a:ln>
            <a:solidFill>
              <a:srgbClr val="F4F5E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B65E7E69-6569-4F3E-90A3-D5FEC6045AF5}"/>
              </a:ext>
            </a:extLst>
          </p:cNvPr>
          <p:cNvSpPr txBox="1"/>
          <p:nvPr/>
        </p:nvSpPr>
        <p:spPr>
          <a:xfrm>
            <a:off x="3032291" y="1492782"/>
            <a:ext cx="58229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spc="-150" dirty="0">
                <a:solidFill>
                  <a:srgbClr val="2C2B27"/>
                </a:solidFill>
                <a:latin typeface="Bradley Hand ITC" panose="03070402050302030203" pitchFamily="66" charset="0"/>
              </a:rPr>
              <a:t>ES  IST  SO  SCHWER ,  ALLE  GLÜCKLICH  ZU  MACHEN</a:t>
            </a:r>
          </a:p>
        </p:txBody>
      </p:sp>
    </p:spTree>
    <p:extLst>
      <p:ext uri="{BB962C8B-B14F-4D97-AF65-F5344CB8AC3E}">
        <p14:creationId xmlns:p14="http://schemas.microsoft.com/office/powerpoint/2010/main" val="18888339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499FA74-A5E5-4414-8D17-CCBA3109FF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dirty="0"/>
              <a:t>Das „Magische“ Sechseck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0FE0A566-3337-4C39-8909-5E79961BF1BF}"/>
              </a:ext>
            </a:extLst>
          </p:cNvPr>
          <p:cNvSpPr/>
          <p:nvPr/>
        </p:nvSpPr>
        <p:spPr>
          <a:xfrm>
            <a:off x="3005876" y="2039874"/>
            <a:ext cx="3551583" cy="6626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F3A43662-B25B-4C54-9802-091BCB5FC683}"/>
              </a:ext>
            </a:extLst>
          </p:cNvPr>
          <p:cNvSpPr/>
          <p:nvPr/>
        </p:nvSpPr>
        <p:spPr>
          <a:xfrm>
            <a:off x="3005875" y="5525196"/>
            <a:ext cx="3551583" cy="6626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FF48C456-DD83-4A60-A2BA-69AE183CC36C}"/>
              </a:ext>
            </a:extLst>
          </p:cNvPr>
          <p:cNvSpPr/>
          <p:nvPr/>
        </p:nvSpPr>
        <p:spPr>
          <a:xfrm rot="5400000">
            <a:off x="1263215" y="3782535"/>
            <a:ext cx="3551583" cy="6626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24B0E742-5401-469D-AFBD-68B377FD7F6C}"/>
              </a:ext>
            </a:extLst>
          </p:cNvPr>
          <p:cNvSpPr/>
          <p:nvPr/>
        </p:nvSpPr>
        <p:spPr>
          <a:xfrm rot="5400000">
            <a:off x="4748536" y="3782535"/>
            <a:ext cx="3551583" cy="6626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EDB040E9-464A-4F76-8DC2-A813F6C96B21}"/>
              </a:ext>
            </a:extLst>
          </p:cNvPr>
          <p:cNvSpPr/>
          <p:nvPr/>
        </p:nvSpPr>
        <p:spPr>
          <a:xfrm rot="18857832">
            <a:off x="866259" y="2939997"/>
            <a:ext cx="2556445" cy="977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1E13493F-C279-43DD-BFED-71D43099C511}"/>
              </a:ext>
            </a:extLst>
          </p:cNvPr>
          <p:cNvSpPr/>
          <p:nvPr/>
        </p:nvSpPr>
        <p:spPr>
          <a:xfrm rot="2623821">
            <a:off x="925063" y="4685241"/>
            <a:ext cx="2461801" cy="739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5E291DF7-B2F3-4A9F-9173-935240FD5A9C}"/>
              </a:ext>
            </a:extLst>
          </p:cNvPr>
          <p:cNvSpPr/>
          <p:nvPr/>
        </p:nvSpPr>
        <p:spPr>
          <a:xfrm rot="2789534">
            <a:off x="6104269" y="2951723"/>
            <a:ext cx="2556445" cy="977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8109F78B-ACF1-497D-935B-719B53BD7EA3}"/>
              </a:ext>
            </a:extLst>
          </p:cNvPr>
          <p:cNvSpPr/>
          <p:nvPr/>
        </p:nvSpPr>
        <p:spPr>
          <a:xfrm rot="8155523">
            <a:off x="6163073" y="4696967"/>
            <a:ext cx="2461801" cy="739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6" name="Gewitterblitz 15">
            <a:extLst>
              <a:ext uri="{FF2B5EF4-FFF2-40B4-BE49-F238E27FC236}">
                <a16:creationId xmlns:a16="http://schemas.microsoft.com/office/drawing/2014/main" id="{C31B137A-C3D0-4FA0-974E-0905129A749B}"/>
              </a:ext>
            </a:extLst>
          </p:cNvPr>
          <p:cNvSpPr/>
          <p:nvPr/>
        </p:nvSpPr>
        <p:spPr>
          <a:xfrm>
            <a:off x="4439484" y="2278325"/>
            <a:ext cx="397566" cy="1268984"/>
          </a:xfrm>
          <a:prstGeom prst="lightningBol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7" name="Gewitterblitz 16">
            <a:extLst>
              <a:ext uri="{FF2B5EF4-FFF2-40B4-BE49-F238E27FC236}">
                <a16:creationId xmlns:a16="http://schemas.microsoft.com/office/drawing/2014/main" id="{9D6DAEC7-E065-4D3D-B64F-817C3E4BCEC0}"/>
              </a:ext>
            </a:extLst>
          </p:cNvPr>
          <p:cNvSpPr/>
          <p:nvPr/>
        </p:nvSpPr>
        <p:spPr>
          <a:xfrm>
            <a:off x="3745456" y="3577174"/>
            <a:ext cx="397566" cy="1268984"/>
          </a:xfrm>
          <a:prstGeom prst="lightningBol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8" name="Gewitterblitz 17">
            <a:extLst>
              <a:ext uri="{FF2B5EF4-FFF2-40B4-BE49-F238E27FC236}">
                <a16:creationId xmlns:a16="http://schemas.microsoft.com/office/drawing/2014/main" id="{6D9380F8-A41F-4A2B-9C69-A22B5D7F0BBA}"/>
              </a:ext>
            </a:extLst>
          </p:cNvPr>
          <p:cNvSpPr/>
          <p:nvPr/>
        </p:nvSpPr>
        <p:spPr>
          <a:xfrm>
            <a:off x="5679204" y="3177379"/>
            <a:ext cx="397566" cy="1268984"/>
          </a:xfrm>
          <a:prstGeom prst="lightningBol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9" name="Gewitterblitz 18">
            <a:extLst>
              <a:ext uri="{FF2B5EF4-FFF2-40B4-BE49-F238E27FC236}">
                <a16:creationId xmlns:a16="http://schemas.microsoft.com/office/drawing/2014/main" id="{BA5CD58C-02F5-4FFD-BD84-CFEBB1B8BEF3}"/>
              </a:ext>
            </a:extLst>
          </p:cNvPr>
          <p:cNvSpPr/>
          <p:nvPr/>
        </p:nvSpPr>
        <p:spPr>
          <a:xfrm>
            <a:off x="4828914" y="3952355"/>
            <a:ext cx="397566" cy="1268984"/>
          </a:xfrm>
          <a:prstGeom prst="lightningBol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2E984A88-A19E-4D6F-8691-D1E85CD377E6}"/>
              </a:ext>
            </a:extLst>
          </p:cNvPr>
          <p:cNvSpPr txBox="1"/>
          <p:nvPr/>
        </p:nvSpPr>
        <p:spPr>
          <a:xfrm>
            <a:off x="2080591" y="1537252"/>
            <a:ext cx="19961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Wirtschaft</a:t>
            </a:r>
          </a:p>
          <a:p>
            <a:endParaRPr lang="de-DE" dirty="0"/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6D1F92F0-B5E3-41B1-82B4-5FB75BD87602}"/>
              </a:ext>
            </a:extLst>
          </p:cNvPr>
          <p:cNvSpPr txBox="1"/>
          <p:nvPr/>
        </p:nvSpPr>
        <p:spPr>
          <a:xfrm>
            <a:off x="6096000" y="1521977"/>
            <a:ext cx="199616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Preis</a:t>
            </a:r>
          </a:p>
          <a:p>
            <a:endParaRPr lang="de-DE" dirty="0"/>
          </a:p>
          <a:p>
            <a:endParaRPr lang="de-DE" dirty="0"/>
          </a:p>
        </p:txBody>
      </p:sp>
      <p:sp>
        <p:nvSpPr>
          <p:cNvPr id="22" name="Textfeld 21">
            <a:extLst>
              <a:ext uri="{FF2B5EF4-FFF2-40B4-BE49-F238E27FC236}">
                <a16:creationId xmlns:a16="http://schemas.microsoft.com/office/drawing/2014/main" id="{08BE15A7-4DBB-4BEA-8E1F-A8B0EC39EF02}"/>
              </a:ext>
            </a:extLst>
          </p:cNvPr>
          <p:cNvSpPr txBox="1"/>
          <p:nvPr/>
        </p:nvSpPr>
        <p:spPr>
          <a:xfrm>
            <a:off x="8332857" y="3638125"/>
            <a:ext cx="19961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Gleichheit</a:t>
            </a:r>
          </a:p>
          <a:p>
            <a:endParaRPr lang="de-DE" dirty="0"/>
          </a:p>
        </p:txBody>
      </p:sp>
      <p:sp>
        <p:nvSpPr>
          <p:cNvPr id="23" name="Textfeld 22">
            <a:extLst>
              <a:ext uri="{FF2B5EF4-FFF2-40B4-BE49-F238E27FC236}">
                <a16:creationId xmlns:a16="http://schemas.microsoft.com/office/drawing/2014/main" id="{BD440506-3C40-4E32-9D20-CE25C6BAB1EA}"/>
              </a:ext>
            </a:extLst>
          </p:cNvPr>
          <p:cNvSpPr txBox="1"/>
          <p:nvPr/>
        </p:nvSpPr>
        <p:spPr>
          <a:xfrm>
            <a:off x="183809" y="3629189"/>
            <a:ext cx="19961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Umwelt</a:t>
            </a:r>
          </a:p>
          <a:p>
            <a:endParaRPr lang="de-DE" dirty="0"/>
          </a:p>
        </p:txBody>
      </p:sp>
      <p:sp>
        <p:nvSpPr>
          <p:cNvPr id="24" name="Textfeld 23">
            <a:extLst>
              <a:ext uri="{FF2B5EF4-FFF2-40B4-BE49-F238E27FC236}">
                <a16:creationId xmlns:a16="http://schemas.microsoft.com/office/drawing/2014/main" id="{14C3E0ED-CD35-46F1-B0EE-492F6EECA613}"/>
              </a:ext>
            </a:extLst>
          </p:cNvPr>
          <p:cNvSpPr txBox="1"/>
          <p:nvPr/>
        </p:nvSpPr>
        <p:spPr>
          <a:xfrm>
            <a:off x="2321601" y="5616693"/>
            <a:ext cx="199616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Beschäftigung</a:t>
            </a:r>
          </a:p>
          <a:p>
            <a:endParaRPr lang="de-DE" dirty="0"/>
          </a:p>
          <a:p>
            <a:endParaRPr lang="de-DE" dirty="0"/>
          </a:p>
        </p:txBody>
      </p:sp>
      <p:sp>
        <p:nvSpPr>
          <p:cNvPr id="25" name="Textfeld 24">
            <a:extLst>
              <a:ext uri="{FF2B5EF4-FFF2-40B4-BE49-F238E27FC236}">
                <a16:creationId xmlns:a16="http://schemas.microsoft.com/office/drawing/2014/main" id="{5F095486-6FA2-4D4B-8D8C-44DDC8666DD2}"/>
              </a:ext>
            </a:extLst>
          </p:cNvPr>
          <p:cNvSpPr txBox="1"/>
          <p:nvPr/>
        </p:nvSpPr>
        <p:spPr>
          <a:xfrm>
            <a:off x="6096049" y="5641294"/>
            <a:ext cx="199616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Außenwirtschaft</a:t>
            </a:r>
          </a:p>
          <a:p>
            <a:endParaRPr lang="de-DE" dirty="0"/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5389669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1" grpId="0" animBg="1"/>
      <p:bldP spid="12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/>
      <p:bldP spid="21" grpId="0"/>
      <p:bldP spid="22" grpId="0"/>
      <p:bldP spid="23" grpId="0"/>
      <p:bldP spid="24" grpId="0"/>
      <p:bldP spid="2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7F8701D-6014-4CF9-AA11-5664E1F26C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50" y="770890"/>
            <a:ext cx="3609983" cy="640468"/>
          </a:xfrm>
        </p:spPr>
        <p:txBody>
          <a:bodyPr/>
          <a:lstStyle/>
          <a:p>
            <a:r>
              <a:rPr lang="de-DE" dirty="0">
                <a:solidFill>
                  <a:srgbClr val="5F1767"/>
                </a:solidFill>
              </a:rPr>
              <a:t>Quellen:</a:t>
            </a:r>
          </a:p>
        </p:txBody>
      </p:sp>
      <p:pic>
        <p:nvPicPr>
          <p:cNvPr id="5" name="Bildplatzhalter 4">
            <a:extLst>
              <a:ext uri="{FF2B5EF4-FFF2-40B4-BE49-F238E27FC236}">
                <a16:creationId xmlns:a16="http://schemas.microsoft.com/office/drawing/2014/main" id="{CF60B680-12F6-4958-8C36-C9C9342D32C1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11121" r="11121"/>
          <a:stretch>
            <a:fillRect/>
          </a:stretch>
        </p:blipFill>
        <p:spPr>
          <a:prstGeom prst="rect">
            <a:avLst/>
          </a:prstGeom>
        </p:spPr>
      </p:pic>
      <p:sp>
        <p:nvSpPr>
          <p:cNvPr id="4" name="Textplatzhalter 3">
            <a:extLst>
              <a:ext uri="{FF2B5EF4-FFF2-40B4-BE49-F238E27FC236}">
                <a16:creationId xmlns:a16="http://schemas.microsoft.com/office/drawing/2014/main" id="{F98A17A6-A141-4B92-A328-389BFC3B8E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65150" y="1411358"/>
            <a:ext cx="3609983" cy="4349869"/>
          </a:xfrm>
        </p:spPr>
        <p:txBody>
          <a:bodyPr>
            <a:normAutofit lnSpcReduction="10000"/>
          </a:bodyPr>
          <a:lstStyle/>
          <a:p>
            <a:r>
              <a:rPr lang="de-DE" dirty="0">
                <a:solidFill>
                  <a:srgbClr val="7AB36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https://www.kas.de/de/web/soziale-marktwirtschaft/zielkonflikte-in-der-wirtschaftspolitik</a:t>
            </a:r>
            <a:endParaRPr lang="de-DE" dirty="0">
              <a:solidFill>
                <a:srgbClr val="7AB361"/>
              </a:solidFill>
            </a:endParaRPr>
          </a:p>
          <a:p>
            <a:r>
              <a:rPr lang="de-DE" dirty="0">
                <a:solidFill>
                  <a:srgbClr val="7AB361"/>
                </a:solidFill>
              </a:rPr>
              <a:t>WR Buch</a:t>
            </a:r>
          </a:p>
          <a:p>
            <a:r>
              <a:rPr lang="de-DE" dirty="0">
                <a:solidFill>
                  <a:srgbClr val="7AB361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https://studyflix.de/wirtschaft/magisches-sechseck-1970</a:t>
            </a:r>
            <a:endParaRPr lang="de-DE" dirty="0">
              <a:solidFill>
                <a:srgbClr val="7AB361"/>
              </a:solidFill>
            </a:endParaRPr>
          </a:p>
          <a:p>
            <a:r>
              <a:rPr lang="de-DE" dirty="0">
                <a:solidFill>
                  <a:srgbClr val="7AB361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https://www.investopedia.com/terms/p/phillipscurve.asp</a:t>
            </a:r>
            <a:endParaRPr lang="de-DE" dirty="0">
              <a:solidFill>
                <a:srgbClr val="7AB361"/>
              </a:solidFill>
            </a:endParaRPr>
          </a:p>
          <a:p>
            <a:r>
              <a:rPr lang="de-DE" dirty="0">
                <a:solidFill>
                  <a:srgbClr val="7AB361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https://studienretter.de/komplementaere-ziele/</a:t>
            </a:r>
            <a:endParaRPr lang="de-DE" dirty="0">
              <a:solidFill>
                <a:srgbClr val="7AB361"/>
              </a:solidFill>
            </a:endParaRPr>
          </a:p>
          <a:p>
            <a:r>
              <a:rPr lang="de-DE" dirty="0">
                <a:solidFill>
                  <a:srgbClr val="7AB361"/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https://studienretter.de/indifferente-ziele/</a:t>
            </a:r>
            <a:endParaRPr lang="de-DE" dirty="0">
              <a:solidFill>
                <a:srgbClr val="7AB361"/>
              </a:solidFill>
            </a:endParaRPr>
          </a:p>
          <a:p>
            <a:r>
              <a:rPr lang="de-DE" dirty="0">
                <a:solidFill>
                  <a:srgbClr val="7AB361"/>
                </a:solidFill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https://www.teacheconomy.de/</a:t>
            </a:r>
            <a:endParaRPr lang="de-DE" dirty="0">
              <a:solidFill>
                <a:srgbClr val="7AB361"/>
              </a:solidFill>
            </a:endParaRPr>
          </a:p>
          <a:p>
            <a:r>
              <a:rPr lang="de-DE" sz="1000" dirty="0">
                <a:solidFill>
                  <a:srgbClr val="7AB361"/>
                </a:solidFill>
              </a:rPr>
              <a:t>(PowerPoint Computergraphiken und Animationen von Leopold Winkelbach)</a:t>
            </a:r>
          </a:p>
          <a:p>
            <a:endParaRPr lang="de-DE" dirty="0"/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69676548"/>
      </p:ext>
    </p:extLst>
  </p:cSld>
  <p:clrMapOvr>
    <a:masterClrMapping/>
  </p:clrMapOvr>
</p:sld>
</file>

<file path=ppt/theme/theme1.xml><?xml version="1.0" encoding="utf-8"?>
<a:theme xmlns:a="http://schemas.openxmlformats.org/drawingml/2006/main" name="PunchcardVTI">
  <a:themeElements>
    <a:clrScheme name="Grüngelb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Punchcard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unchcardVTI" id="{C7262591-AF98-8F48-B56D-6342D2439B1A}" vid="{261D9F73-974A-B14E-9EAF-4871CCA60BB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244</Words>
  <Application>Microsoft Office PowerPoint</Application>
  <PresentationFormat>Breitbild</PresentationFormat>
  <Paragraphs>59</Paragraphs>
  <Slides>14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14</vt:i4>
      </vt:variant>
    </vt:vector>
  </HeadingPairs>
  <TitlesOfParts>
    <vt:vector size="18" baseType="lpstr">
      <vt:lpstr>Arial</vt:lpstr>
      <vt:lpstr>Bradley Hand ITC</vt:lpstr>
      <vt:lpstr>Neue Haas Grotesk Text Pro</vt:lpstr>
      <vt:lpstr>PunchcardVTI</vt:lpstr>
      <vt:lpstr>PowerPoint-Präsentation</vt:lpstr>
      <vt:lpstr>PowerPoint-Präsentation</vt:lpstr>
      <vt:lpstr>Struktur:</vt:lpstr>
      <vt:lpstr>Komplementäre Beziehungen </vt:lpstr>
      <vt:lpstr>Wirtschaftswachstum + Niedrige  Arbeitslosenquote</vt:lpstr>
      <vt:lpstr>Konkurrierende Beziehungen </vt:lpstr>
      <vt:lpstr>Beispiel    </vt:lpstr>
      <vt:lpstr>Indifferente Beziehungen </vt:lpstr>
      <vt:lpstr>Beispiel    </vt:lpstr>
      <vt:lpstr>Realität:     </vt:lpstr>
      <vt:lpstr>Wie verhalten sich die Ziele der Sozialen Marktwirtschaft zueinander?</vt:lpstr>
      <vt:lpstr>PowerPoint-Präsentation</vt:lpstr>
      <vt:lpstr>Das „Magische“ Sechseck</vt:lpstr>
      <vt:lpstr>Quellen: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Leopold Winkelbach</dc:creator>
  <cp:lastModifiedBy>S010107</cp:lastModifiedBy>
  <cp:revision>25</cp:revision>
  <dcterms:created xsi:type="dcterms:W3CDTF">2021-10-09T16:05:09Z</dcterms:created>
  <dcterms:modified xsi:type="dcterms:W3CDTF">2021-10-26T16:09:03Z</dcterms:modified>
</cp:coreProperties>
</file>